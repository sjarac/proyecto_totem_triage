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nton" charset="1" panose="00000500000000000000"/>
      <p:regular r:id="rId24"/>
    </p:embeddedFont>
    <p:embeddedFont>
      <p:font typeface="Poppins" charset="1" panose="00000500000000000000"/>
      <p:regular r:id="rId25"/>
    </p:embeddedFont>
    <p:embeddedFont>
      <p:font typeface="Poppins Bold" charset="1" panose="000008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6.png" Type="http://schemas.openxmlformats.org/officeDocument/2006/relationships/image"/><Relationship Id="rId13" Target="../media/image13.png" Type="http://schemas.openxmlformats.org/officeDocument/2006/relationships/image"/><Relationship Id="rId14" Target="../media/image14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5.pn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9.jpe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13.png" Type="http://schemas.openxmlformats.org/officeDocument/2006/relationships/image"/><Relationship Id="rId17" Target="../media/image14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22.jpe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27.png" Type="http://schemas.openxmlformats.org/officeDocument/2006/relationships/image"/><Relationship Id="rId12" Target="../embeddings/oleObject1.bin" Type="http://schemas.openxmlformats.org/officeDocument/2006/relationships/oleObject"/><Relationship Id="rId13" Target="../media/image13.png" Type="http://schemas.openxmlformats.org/officeDocument/2006/relationships/image"/><Relationship Id="rId14" Target="../media/image14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embeddings/oleObject2.bin" Type="http://schemas.openxmlformats.org/officeDocument/2006/relationships/oleObject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png" Type="http://schemas.openxmlformats.org/officeDocument/2006/relationships/image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29.jpeg" Type="http://schemas.openxmlformats.org/officeDocument/2006/relationships/image"/><Relationship Id="rId8" Target="../media/image30.jpe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31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35.jpe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2" Target="../media/image3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14" Target="../media/image40.png" Type="http://schemas.openxmlformats.org/officeDocument/2006/relationships/image"/><Relationship Id="rId15" Target="../media/image41.svg" Type="http://schemas.openxmlformats.org/officeDocument/2006/relationships/image"/><Relationship Id="rId16" Target="../media/image42.png" Type="http://schemas.openxmlformats.org/officeDocument/2006/relationships/image"/><Relationship Id="rId17" Target="../media/image43.svg" Type="http://schemas.openxmlformats.org/officeDocument/2006/relationships/image"/><Relationship Id="rId18" Target="../media/image14.png" Type="http://schemas.openxmlformats.org/officeDocument/2006/relationships/image"/><Relationship Id="rId2" Target="../media/image3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37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27769" y="736398"/>
            <a:ext cx="234530" cy="213129"/>
          </a:xfrm>
          <a:custGeom>
            <a:avLst/>
            <a:gdLst/>
            <a:ahLst/>
            <a:cxnLst/>
            <a:rect r="r" b="b" t="t" l="l"/>
            <a:pathLst>
              <a:path h="213129" w="234530">
                <a:moveTo>
                  <a:pt x="0" y="0"/>
                </a:moveTo>
                <a:lnTo>
                  <a:pt x="234530" y="0"/>
                </a:lnTo>
                <a:lnTo>
                  <a:pt x="234530" y="213129"/>
                </a:lnTo>
                <a:lnTo>
                  <a:pt x="0" y="213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027668" y="-5027668"/>
            <a:ext cx="10055336" cy="10055336"/>
          </a:xfrm>
          <a:custGeom>
            <a:avLst/>
            <a:gdLst/>
            <a:ahLst/>
            <a:cxnLst/>
            <a:rect r="r" b="b" t="t" l="l"/>
            <a:pathLst>
              <a:path h="10055336" w="10055336">
                <a:moveTo>
                  <a:pt x="0" y="0"/>
                </a:moveTo>
                <a:lnTo>
                  <a:pt x="10055336" y="0"/>
                </a:lnTo>
                <a:lnTo>
                  <a:pt x="10055336" y="10055336"/>
                </a:lnTo>
                <a:lnTo>
                  <a:pt x="0" y="100553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2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14659" y="5868076"/>
            <a:ext cx="9323852" cy="9323852"/>
          </a:xfrm>
          <a:custGeom>
            <a:avLst/>
            <a:gdLst/>
            <a:ahLst/>
            <a:cxnLst/>
            <a:rect r="r" b="b" t="t" l="l"/>
            <a:pathLst>
              <a:path h="9323852" w="9323852">
                <a:moveTo>
                  <a:pt x="0" y="0"/>
                </a:moveTo>
                <a:lnTo>
                  <a:pt x="9323851" y="0"/>
                </a:lnTo>
                <a:lnTo>
                  <a:pt x="9323851" y="9323852"/>
                </a:lnTo>
                <a:lnTo>
                  <a:pt x="0" y="93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2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82867">
            <a:off x="14827888" y="948898"/>
            <a:ext cx="3990064" cy="1866788"/>
          </a:xfrm>
          <a:custGeom>
            <a:avLst/>
            <a:gdLst/>
            <a:ahLst/>
            <a:cxnLst/>
            <a:rect r="r" b="b" t="t" l="l"/>
            <a:pathLst>
              <a:path h="1866788" w="3990064">
                <a:moveTo>
                  <a:pt x="0" y="0"/>
                </a:moveTo>
                <a:lnTo>
                  <a:pt x="3990064" y="0"/>
                </a:lnTo>
                <a:lnTo>
                  <a:pt x="3990064" y="1866788"/>
                </a:lnTo>
                <a:lnTo>
                  <a:pt x="0" y="18667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15188" r="-9809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962424"/>
            <a:ext cx="6205700" cy="2340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03"/>
              </a:lnSpc>
            </a:pPr>
            <a:r>
              <a:rPr lang="en-US" sz="1686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TÓTEM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7514799" y="4794593"/>
            <a:ext cx="12521291" cy="12521291"/>
          </a:xfrm>
          <a:custGeom>
            <a:avLst/>
            <a:gdLst/>
            <a:ahLst/>
            <a:cxnLst/>
            <a:rect r="r" b="b" t="t" l="l"/>
            <a:pathLst>
              <a:path h="12521291" w="12521291">
                <a:moveTo>
                  <a:pt x="0" y="0"/>
                </a:moveTo>
                <a:lnTo>
                  <a:pt x="12521291" y="0"/>
                </a:lnTo>
                <a:lnTo>
                  <a:pt x="12521291" y="12521291"/>
                </a:lnTo>
                <a:lnTo>
                  <a:pt x="0" y="125212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82335" y="5394991"/>
            <a:ext cx="9545434" cy="314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78"/>
              </a:lnSpc>
            </a:pPr>
            <a:r>
              <a:rPr lang="en-US" sz="1159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FÍSICAS AUTOMATIZADAS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0981" y="2991841"/>
            <a:ext cx="10321711" cy="231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80"/>
              </a:lnSpc>
            </a:pPr>
            <a:r>
              <a:rPr lang="en-US" sz="16838">
                <a:solidFill>
                  <a:srgbClr val="1DFFF1"/>
                </a:solidFill>
                <a:latin typeface="Anton"/>
                <a:ea typeface="Anton"/>
                <a:cs typeface="Anton"/>
                <a:sym typeface="Anton"/>
              </a:rPr>
              <a:t>APTITUDES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495823" y="9258300"/>
            <a:ext cx="542380" cy="292925"/>
          </a:xfrm>
          <a:custGeom>
            <a:avLst/>
            <a:gdLst/>
            <a:ahLst/>
            <a:cxnLst/>
            <a:rect r="r" b="b" t="t" l="l"/>
            <a:pathLst>
              <a:path h="292925" w="542380">
                <a:moveTo>
                  <a:pt x="0" y="0"/>
                </a:moveTo>
                <a:lnTo>
                  <a:pt x="542380" y="0"/>
                </a:lnTo>
                <a:lnTo>
                  <a:pt x="542380" y="292925"/>
                </a:lnTo>
                <a:lnTo>
                  <a:pt x="0" y="292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9437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382867">
            <a:off x="14599146" y="-1097822"/>
            <a:ext cx="2313777" cy="2195644"/>
          </a:xfrm>
          <a:custGeom>
            <a:avLst/>
            <a:gdLst/>
            <a:ahLst/>
            <a:cxnLst/>
            <a:rect r="r" b="b" t="t" l="l"/>
            <a:pathLst>
              <a:path h="2195644" w="2313777">
                <a:moveTo>
                  <a:pt x="0" y="0"/>
                </a:moveTo>
                <a:lnTo>
                  <a:pt x="2313776" y="0"/>
                </a:lnTo>
                <a:lnTo>
                  <a:pt x="2313776" y="2195644"/>
                </a:lnTo>
                <a:lnTo>
                  <a:pt x="0" y="21956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41603" b="-82958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1744003">
            <a:off x="16485287" y="-1724526"/>
            <a:ext cx="2158602" cy="2195644"/>
          </a:xfrm>
          <a:custGeom>
            <a:avLst/>
            <a:gdLst/>
            <a:ahLst/>
            <a:cxnLst/>
            <a:rect r="r" b="b" t="t" l="l"/>
            <a:pathLst>
              <a:path h="2195644" w="2158602">
                <a:moveTo>
                  <a:pt x="2158602" y="0"/>
                </a:moveTo>
                <a:lnTo>
                  <a:pt x="0" y="0"/>
                </a:lnTo>
                <a:lnTo>
                  <a:pt x="0" y="2195644"/>
                </a:lnTo>
                <a:lnTo>
                  <a:pt x="2158602" y="2195644"/>
                </a:lnTo>
                <a:lnTo>
                  <a:pt x="2158602" y="0"/>
                </a:lnTo>
                <a:close/>
              </a:path>
            </a:pathLst>
          </a:custGeom>
          <a:blipFill>
            <a:blip r:embed="rId7"/>
            <a:stretch>
              <a:fillRect l="0" t="0" r="-266160" b="-82958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-1744003">
            <a:off x="15569556" y="648808"/>
            <a:ext cx="3990064" cy="1866788"/>
          </a:xfrm>
          <a:custGeom>
            <a:avLst/>
            <a:gdLst/>
            <a:ahLst/>
            <a:cxnLst/>
            <a:rect r="r" b="b" t="t" l="l"/>
            <a:pathLst>
              <a:path h="1866788" w="3990064">
                <a:moveTo>
                  <a:pt x="3990064" y="0"/>
                </a:moveTo>
                <a:lnTo>
                  <a:pt x="0" y="0"/>
                </a:lnTo>
                <a:lnTo>
                  <a:pt x="0" y="1866788"/>
                </a:lnTo>
                <a:lnTo>
                  <a:pt x="3990064" y="1866788"/>
                </a:lnTo>
                <a:lnTo>
                  <a:pt x="3990064" y="0"/>
                </a:lnTo>
                <a:close/>
              </a:path>
            </a:pathLst>
          </a:custGeom>
          <a:blipFill>
            <a:blip r:embed="rId7"/>
            <a:stretch>
              <a:fillRect l="0" t="-115188" r="-9809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999341" y="316852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655878" y="8662138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9" y="0"/>
                </a:lnTo>
                <a:lnTo>
                  <a:pt x="1078999" y="1265349"/>
                </a:lnTo>
                <a:lnTo>
                  <a:pt x="0" y="12653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533605" y="555326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3" y="0"/>
                </a:lnTo>
                <a:lnTo>
                  <a:pt x="672293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190143" y="8900611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3"/>
                </a:lnTo>
                <a:lnTo>
                  <a:pt x="0" y="7884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681853" y="9296400"/>
            <a:ext cx="5774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327453" y="273118"/>
            <a:ext cx="3542299" cy="1511164"/>
          </a:xfrm>
          <a:custGeom>
            <a:avLst/>
            <a:gdLst/>
            <a:ahLst/>
            <a:cxnLst/>
            <a:rect r="r" b="b" t="t" l="l"/>
            <a:pathLst>
              <a:path h="1511164" w="3542299">
                <a:moveTo>
                  <a:pt x="0" y="0"/>
                </a:moveTo>
                <a:lnTo>
                  <a:pt x="3542298" y="0"/>
                </a:lnTo>
                <a:lnTo>
                  <a:pt x="3542298" y="1511164"/>
                </a:lnTo>
                <a:lnTo>
                  <a:pt x="0" y="151116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0" y="9207320"/>
            <a:ext cx="6650760" cy="1051296"/>
          </a:xfrm>
          <a:custGeom>
            <a:avLst/>
            <a:gdLst/>
            <a:ahLst/>
            <a:cxnLst/>
            <a:rect r="r" b="b" t="t" l="l"/>
            <a:pathLst>
              <a:path h="1051296" w="6650760">
                <a:moveTo>
                  <a:pt x="0" y="0"/>
                </a:moveTo>
                <a:lnTo>
                  <a:pt x="6650760" y="0"/>
                </a:lnTo>
                <a:lnTo>
                  <a:pt x="6650760" y="1051296"/>
                </a:lnTo>
                <a:lnTo>
                  <a:pt x="0" y="105129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15626" r="0" b="-4253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5719" y="-7795719"/>
            <a:ext cx="15591438" cy="15591438"/>
          </a:xfrm>
          <a:custGeom>
            <a:avLst/>
            <a:gdLst/>
            <a:ahLst/>
            <a:cxnLst/>
            <a:rect r="r" b="b" t="t" l="l"/>
            <a:pathLst>
              <a:path h="15591438" w="15591438">
                <a:moveTo>
                  <a:pt x="0" y="0"/>
                </a:moveTo>
                <a:lnTo>
                  <a:pt x="15591438" y="0"/>
                </a:lnTo>
                <a:lnTo>
                  <a:pt x="15591438" y="15591438"/>
                </a:lnTo>
                <a:lnTo>
                  <a:pt x="0" y="1559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43727" y="4142727"/>
            <a:ext cx="12288547" cy="12288547"/>
          </a:xfrm>
          <a:custGeom>
            <a:avLst/>
            <a:gdLst/>
            <a:ahLst/>
            <a:cxnLst/>
            <a:rect r="r" b="b" t="t" l="l"/>
            <a:pathLst>
              <a:path h="12288547" w="12288547">
                <a:moveTo>
                  <a:pt x="0" y="0"/>
                </a:moveTo>
                <a:lnTo>
                  <a:pt x="12288546" y="0"/>
                </a:lnTo>
                <a:lnTo>
                  <a:pt x="12288546" y="12288546"/>
                </a:lnTo>
                <a:lnTo>
                  <a:pt x="0" y="12288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3033412">
            <a:off x="16385752" y="5944872"/>
            <a:ext cx="3531825" cy="2195644"/>
          </a:xfrm>
          <a:custGeom>
            <a:avLst/>
            <a:gdLst/>
            <a:ahLst/>
            <a:cxnLst/>
            <a:rect r="r" b="b" t="t" l="l"/>
            <a:pathLst>
              <a:path h="2195644" w="3531825">
                <a:moveTo>
                  <a:pt x="3531824" y="0"/>
                </a:moveTo>
                <a:lnTo>
                  <a:pt x="0" y="0"/>
                </a:lnTo>
                <a:lnTo>
                  <a:pt x="0" y="2195644"/>
                </a:lnTo>
                <a:lnTo>
                  <a:pt x="3531824" y="2195644"/>
                </a:lnTo>
                <a:lnTo>
                  <a:pt x="3531824" y="0"/>
                </a:lnTo>
                <a:close/>
              </a:path>
            </a:pathLst>
          </a:custGeom>
          <a:blipFill>
            <a:blip r:embed="rId4"/>
            <a:stretch>
              <a:fillRect l="0" t="0" r="-123792" b="-8295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27769" y="736398"/>
            <a:ext cx="234530" cy="213129"/>
          </a:xfrm>
          <a:custGeom>
            <a:avLst/>
            <a:gdLst/>
            <a:ahLst/>
            <a:cxnLst/>
            <a:rect r="r" b="b" t="t" l="l"/>
            <a:pathLst>
              <a:path h="213129" w="234530">
                <a:moveTo>
                  <a:pt x="0" y="0"/>
                </a:moveTo>
                <a:lnTo>
                  <a:pt x="234530" y="0"/>
                </a:lnTo>
                <a:lnTo>
                  <a:pt x="234530" y="213129"/>
                </a:lnTo>
                <a:lnTo>
                  <a:pt x="0" y="213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82867">
            <a:off x="4017677" y="281056"/>
            <a:ext cx="2714490" cy="2980100"/>
          </a:xfrm>
          <a:custGeom>
            <a:avLst/>
            <a:gdLst/>
            <a:ahLst/>
            <a:cxnLst/>
            <a:rect r="r" b="b" t="t" l="l"/>
            <a:pathLst>
              <a:path h="2980100" w="2714490">
                <a:moveTo>
                  <a:pt x="0" y="0"/>
                </a:moveTo>
                <a:lnTo>
                  <a:pt x="2714489" y="0"/>
                </a:lnTo>
                <a:lnTo>
                  <a:pt x="2714489" y="2980100"/>
                </a:lnTo>
                <a:lnTo>
                  <a:pt x="0" y="2980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95207" b="-8295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681853" y="9296400"/>
            <a:ext cx="5774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82867">
            <a:off x="4344861" y="3034670"/>
            <a:ext cx="5415627" cy="2533751"/>
          </a:xfrm>
          <a:custGeom>
            <a:avLst/>
            <a:gdLst/>
            <a:ahLst/>
            <a:cxnLst/>
            <a:rect r="r" b="b" t="t" l="l"/>
            <a:pathLst>
              <a:path h="2533751" w="5415627">
                <a:moveTo>
                  <a:pt x="0" y="0"/>
                </a:moveTo>
                <a:lnTo>
                  <a:pt x="5415628" y="0"/>
                </a:lnTo>
                <a:lnTo>
                  <a:pt x="5415628" y="2533751"/>
                </a:lnTo>
                <a:lnTo>
                  <a:pt x="0" y="25337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5188" r="-9809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3033412">
            <a:off x="14384594" y="7219935"/>
            <a:ext cx="3990064" cy="1866788"/>
          </a:xfrm>
          <a:custGeom>
            <a:avLst/>
            <a:gdLst/>
            <a:ahLst/>
            <a:cxnLst/>
            <a:rect r="r" b="b" t="t" l="l"/>
            <a:pathLst>
              <a:path h="1866788" w="3990064">
                <a:moveTo>
                  <a:pt x="3990064" y="0"/>
                </a:moveTo>
                <a:lnTo>
                  <a:pt x="0" y="0"/>
                </a:lnTo>
                <a:lnTo>
                  <a:pt x="0" y="1866788"/>
                </a:lnTo>
                <a:lnTo>
                  <a:pt x="3990064" y="1866788"/>
                </a:lnTo>
                <a:lnTo>
                  <a:pt x="3990064" y="0"/>
                </a:lnTo>
                <a:close/>
              </a:path>
            </a:pathLst>
          </a:custGeom>
          <a:blipFill>
            <a:blip r:embed="rId4"/>
            <a:stretch>
              <a:fillRect l="0" t="-115188" r="-9809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20835" y="316852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730396" y="8327913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49"/>
                </a:lnTo>
                <a:lnTo>
                  <a:pt x="0" y="12653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755099" y="555326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3" y="0"/>
                </a:lnTo>
                <a:lnTo>
                  <a:pt x="672293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264660" y="8566386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3"/>
                </a:lnTo>
                <a:lnTo>
                  <a:pt x="0" y="7884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80310" y="2018178"/>
            <a:ext cx="11326833" cy="6548208"/>
          </a:xfrm>
          <a:custGeom>
            <a:avLst/>
            <a:gdLst/>
            <a:ahLst/>
            <a:cxnLst/>
            <a:rect r="r" b="b" t="t" l="l"/>
            <a:pathLst>
              <a:path h="6548208" w="11326833">
                <a:moveTo>
                  <a:pt x="0" y="0"/>
                </a:moveTo>
                <a:lnTo>
                  <a:pt x="11326833" y="0"/>
                </a:lnTo>
                <a:lnTo>
                  <a:pt x="11326833" y="6548208"/>
                </a:lnTo>
                <a:lnTo>
                  <a:pt x="0" y="654820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92" t="0" r="-92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4676775"/>
            <a:ext cx="788512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INTEGRANTES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27453" y="273118"/>
            <a:ext cx="3542299" cy="1511164"/>
          </a:xfrm>
          <a:custGeom>
            <a:avLst/>
            <a:gdLst/>
            <a:ahLst/>
            <a:cxnLst/>
            <a:rect r="r" b="b" t="t" l="l"/>
            <a:pathLst>
              <a:path h="1511164" w="3542299">
                <a:moveTo>
                  <a:pt x="0" y="0"/>
                </a:moveTo>
                <a:lnTo>
                  <a:pt x="3542298" y="0"/>
                </a:lnTo>
                <a:lnTo>
                  <a:pt x="3542298" y="1511164"/>
                </a:lnTo>
                <a:lnTo>
                  <a:pt x="0" y="151116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0" y="9207320"/>
            <a:ext cx="6650760" cy="1051296"/>
          </a:xfrm>
          <a:custGeom>
            <a:avLst/>
            <a:gdLst/>
            <a:ahLst/>
            <a:cxnLst/>
            <a:rect r="r" b="b" t="t" l="l"/>
            <a:pathLst>
              <a:path h="1051296" w="6650760">
                <a:moveTo>
                  <a:pt x="0" y="0"/>
                </a:moveTo>
                <a:lnTo>
                  <a:pt x="6650760" y="0"/>
                </a:lnTo>
                <a:lnTo>
                  <a:pt x="6650760" y="1051296"/>
                </a:lnTo>
                <a:lnTo>
                  <a:pt x="0" y="105129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15626" r="0" b="-4253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5719" y="-7795719"/>
            <a:ext cx="15591438" cy="15591438"/>
          </a:xfrm>
          <a:custGeom>
            <a:avLst/>
            <a:gdLst/>
            <a:ahLst/>
            <a:cxnLst/>
            <a:rect r="r" b="b" t="t" l="l"/>
            <a:pathLst>
              <a:path h="15591438" w="15591438">
                <a:moveTo>
                  <a:pt x="0" y="0"/>
                </a:moveTo>
                <a:lnTo>
                  <a:pt x="15591438" y="0"/>
                </a:lnTo>
                <a:lnTo>
                  <a:pt x="15591438" y="15591438"/>
                </a:lnTo>
                <a:lnTo>
                  <a:pt x="0" y="1559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27769" y="736398"/>
            <a:ext cx="234530" cy="213129"/>
          </a:xfrm>
          <a:custGeom>
            <a:avLst/>
            <a:gdLst/>
            <a:ahLst/>
            <a:cxnLst/>
            <a:rect r="r" b="b" t="t" l="l"/>
            <a:pathLst>
              <a:path h="213129" w="234530">
                <a:moveTo>
                  <a:pt x="0" y="0"/>
                </a:moveTo>
                <a:lnTo>
                  <a:pt x="234530" y="0"/>
                </a:lnTo>
                <a:lnTo>
                  <a:pt x="234530" y="213129"/>
                </a:lnTo>
                <a:lnTo>
                  <a:pt x="0" y="213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43727" y="4142727"/>
            <a:ext cx="12288547" cy="12288547"/>
          </a:xfrm>
          <a:custGeom>
            <a:avLst/>
            <a:gdLst/>
            <a:ahLst/>
            <a:cxnLst/>
            <a:rect r="r" b="b" t="t" l="l"/>
            <a:pathLst>
              <a:path h="12288547" w="12288547">
                <a:moveTo>
                  <a:pt x="0" y="0"/>
                </a:moveTo>
                <a:lnTo>
                  <a:pt x="12288546" y="0"/>
                </a:lnTo>
                <a:lnTo>
                  <a:pt x="12288546" y="12288546"/>
                </a:lnTo>
                <a:lnTo>
                  <a:pt x="0" y="12288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89088" y="552450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51202" y="8662138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49"/>
                </a:lnTo>
                <a:lnTo>
                  <a:pt x="0" y="12653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23352" y="790924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85466" y="8900611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3"/>
                </a:lnTo>
                <a:lnTo>
                  <a:pt x="0" y="7884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509373" y="2058210"/>
            <a:ext cx="11749927" cy="6601990"/>
          </a:xfrm>
          <a:custGeom>
            <a:avLst/>
            <a:gdLst/>
            <a:ahLst/>
            <a:cxnLst/>
            <a:rect r="r" b="b" t="t" l="l"/>
            <a:pathLst>
              <a:path h="6601990" w="11749927">
                <a:moveTo>
                  <a:pt x="0" y="0"/>
                </a:moveTo>
                <a:lnTo>
                  <a:pt x="11749927" y="0"/>
                </a:lnTo>
                <a:lnTo>
                  <a:pt x="11749927" y="6601991"/>
                </a:lnTo>
                <a:lnTo>
                  <a:pt x="0" y="66019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86859" y="7713596"/>
            <a:ext cx="2578682" cy="946605"/>
          </a:xfrm>
          <a:custGeom>
            <a:avLst/>
            <a:gdLst/>
            <a:ahLst/>
            <a:cxnLst/>
            <a:rect r="r" b="b" t="t" l="l"/>
            <a:pathLst>
              <a:path h="946605" w="2578682">
                <a:moveTo>
                  <a:pt x="0" y="0"/>
                </a:moveTo>
                <a:lnTo>
                  <a:pt x="2578682" y="0"/>
                </a:lnTo>
                <a:lnTo>
                  <a:pt x="2578682" y="946605"/>
                </a:lnTo>
                <a:lnTo>
                  <a:pt x="0" y="9466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691378" y="9296400"/>
            <a:ext cx="5774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194182"/>
            <a:ext cx="6460388" cy="91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8"/>
              </a:lnSpc>
            </a:pPr>
            <a:r>
              <a:rPr lang="en-US" sz="6627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METODOLOGÍA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082601"/>
            <a:ext cx="5274784" cy="91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8"/>
              </a:lnSpc>
            </a:pPr>
            <a:r>
              <a:rPr lang="en-US" sz="6627">
                <a:solidFill>
                  <a:srgbClr val="1DFFF1"/>
                </a:solidFill>
                <a:latin typeface="Anton"/>
                <a:ea typeface="Anton"/>
                <a:cs typeface="Anton"/>
                <a:sym typeface="Anton"/>
              </a:rPr>
              <a:t>DE TRABAJO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27453" y="273118"/>
            <a:ext cx="3542299" cy="1511164"/>
          </a:xfrm>
          <a:custGeom>
            <a:avLst/>
            <a:gdLst/>
            <a:ahLst/>
            <a:cxnLst/>
            <a:rect r="r" b="b" t="t" l="l"/>
            <a:pathLst>
              <a:path h="1511164" w="3542299">
                <a:moveTo>
                  <a:pt x="0" y="0"/>
                </a:moveTo>
                <a:lnTo>
                  <a:pt x="3542298" y="0"/>
                </a:lnTo>
                <a:lnTo>
                  <a:pt x="3542298" y="1511164"/>
                </a:lnTo>
                <a:lnTo>
                  <a:pt x="0" y="151116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9207320"/>
            <a:ext cx="6650760" cy="1051296"/>
          </a:xfrm>
          <a:custGeom>
            <a:avLst/>
            <a:gdLst/>
            <a:ahLst/>
            <a:cxnLst/>
            <a:rect r="r" b="b" t="t" l="l"/>
            <a:pathLst>
              <a:path h="1051296" w="6650760">
                <a:moveTo>
                  <a:pt x="0" y="0"/>
                </a:moveTo>
                <a:lnTo>
                  <a:pt x="6650760" y="0"/>
                </a:lnTo>
                <a:lnTo>
                  <a:pt x="6650760" y="1051296"/>
                </a:lnTo>
                <a:lnTo>
                  <a:pt x="0" y="105129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15626" r="0" b="-4253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82867">
            <a:off x="12619740" y="1334600"/>
            <a:ext cx="2175992" cy="2388911"/>
          </a:xfrm>
          <a:custGeom>
            <a:avLst/>
            <a:gdLst/>
            <a:ahLst/>
            <a:cxnLst/>
            <a:rect r="r" b="b" t="t" l="l"/>
            <a:pathLst>
              <a:path h="2388911" w="2175992">
                <a:moveTo>
                  <a:pt x="0" y="0"/>
                </a:moveTo>
                <a:lnTo>
                  <a:pt x="2175992" y="0"/>
                </a:lnTo>
                <a:lnTo>
                  <a:pt x="2175992" y="2388911"/>
                </a:lnTo>
                <a:lnTo>
                  <a:pt x="0" y="23889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95207" b="-8295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795719" y="-7795719"/>
            <a:ext cx="15591438" cy="15591438"/>
          </a:xfrm>
          <a:custGeom>
            <a:avLst/>
            <a:gdLst/>
            <a:ahLst/>
            <a:cxnLst/>
            <a:rect r="r" b="b" t="t" l="l"/>
            <a:pathLst>
              <a:path h="15591438" w="15591438">
                <a:moveTo>
                  <a:pt x="0" y="0"/>
                </a:moveTo>
                <a:lnTo>
                  <a:pt x="15591438" y="0"/>
                </a:lnTo>
                <a:lnTo>
                  <a:pt x="15591438" y="15591438"/>
                </a:lnTo>
                <a:lnTo>
                  <a:pt x="0" y="15591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27769" y="736398"/>
            <a:ext cx="234530" cy="213129"/>
          </a:xfrm>
          <a:custGeom>
            <a:avLst/>
            <a:gdLst/>
            <a:ahLst/>
            <a:cxnLst/>
            <a:rect r="r" b="b" t="t" l="l"/>
            <a:pathLst>
              <a:path h="213129" w="234530">
                <a:moveTo>
                  <a:pt x="0" y="0"/>
                </a:moveTo>
                <a:lnTo>
                  <a:pt x="234530" y="0"/>
                </a:lnTo>
                <a:lnTo>
                  <a:pt x="234530" y="213129"/>
                </a:lnTo>
                <a:lnTo>
                  <a:pt x="0" y="213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43727" y="4142727"/>
            <a:ext cx="12288547" cy="12288547"/>
          </a:xfrm>
          <a:custGeom>
            <a:avLst/>
            <a:gdLst/>
            <a:ahLst/>
            <a:cxnLst/>
            <a:rect r="r" b="b" t="t" l="l"/>
            <a:pathLst>
              <a:path h="12288547" w="12288547">
                <a:moveTo>
                  <a:pt x="0" y="0"/>
                </a:moveTo>
                <a:lnTo>
                  <a:pt x="12288546" y="0"/>
                </a:lnTo>
                <a:lnTo>
                  <a:pt x="12288546" y="12288546"/>
                </a:lnTo>
                <a:lnTo>
                  <a:pt x="0" y="12288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090394" y="1945083"/>
            <a:ext cx="5054888" cy="6875053"/>
            <a:chOff x="0" y="0"/>
            <a:chExt cx="525533" cy="7147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5533" cy="714767"/>
            </a:xfrm>
            <a:custGeom>
              <a:avLst/>
              <a:gdLst/>
              <a:ahLst/>
              <a:cxnLst/>
              <a:rect r="r" b="b" t="t" l="l"/>
              <a:pathLst>
                <a:path h="714767" w="525533">
                  <a:moveTo>
                    <a:pt x="73515" y="0"/>
                  </a:moveTo>
                  <a:lnTo>
                    <a:pt x="452018" y="0"/>
                  </a:lnTo>
                  <a:cubicBezTo>
                    <a:pt x="492619" y="0"/>
                    <a:pt x="525533" y="32914"/>
                    <a:pt x="525533" y="73515"/>
                  </a:cubicBezTo>
                  <a:lnTo>
                    <a:pt x="525533" y="641252"/>
                  </a:lnTo>
                  <a:cubicBezTo>
                    <a:pt x="525533" y="681853"/>
                    <a:pt x="492619" y="714767"/>
                    <a:pt x="452018" y="714767"/>
                  </a:cubicBezTo>
                  <a:lnTo>
                    <a:pt x="73515" y="714767"/>
                  </a:lnTo>
                  <a:cubicBezTo>
                    <a:pt x="54018" y="714767"/>
                    <a:pt x="35319" y="707022"/>
                    <a:pt x="21532" y="693235"/>
                  </a:cubicBezTo>
                  <a:cubicBezTo>
                    <a:pt x="7745" y="679448"/>
                    <a:pt x="0" y="660749"/>
                    <a:pt x="0" y="641252"/>
                  </a:cubicBezTo>
                  <a:lnTo>
                    <a:pt x="0" y="73515"/>
                  </a:lnTo>
                  <a:cubicBezTo>
                    <a:pt x="0" y="54018"/>
                    <a:pt x="7745" y="35319"/>
                    <a:pt x="21532" y="21532"/>
                  </a:cubicBezTo>
                  <a:cubicBezTo>
                    <a:pt x="35319" y="7745"/>
                    <a:pt x="54018" y="0"/>
                    <a:pt x="73515" y="0"/>
                  </a:cubicBezTo>
                  <a:close/>
                </a:path>
              </a:pathLst>
            </a:custGeom>
            <a:blipFill>
              <a:blip r:embed="rId7"/>
              <a:stretch>
                <a:fillRect l="-51878" t="0" r="-51878" b="0"/>
              </a:stretch>
            </a:blipFill>
            <a:ln w="95250" cap="rnd">
              <a:solidFill>
                <a:srgbClr val="1DFFF1"/>
              </a:soli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517705" y="5105419"/>
            <a:ext cx="278014" cy="27801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FFF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190230"/>
            <a:ext cx="278014" cy="27801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FF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382867">
            <a:off x="12848608" y="3542214"/>
            <a:ext cx="4341281" cy="2031109"/>
          </a:xfrm>
          <a:custGeom>
            <a:avLst/>
            <a:gdLst/>
            <a:ahLst/>
            <a:cxnLst/>
            <a:rect r="r" b="b" t="t" l="l"/>
            <a:pathLst>
              <a:path h="2031109" w="4341281">
                <a:moveTo>
                  <a:pt x="0" y="0"/>
                </a:moveTo>
                <a:lnTo>
                  <a:pt x="4341281" y="0"/>
                </a:lnTo>
                <a:lnTo>
                  <a:pt x="4341281" y="2031109"/>
                </a:lnTo>
                <a:lnTo>
                  <a:pt x="0" y="2031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5188" r="-9809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467308" y="316852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065002" y="8960588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49"/>
                </a:lnTo>
                <a:lnTo>
                  <a:pt x="0" y="12653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001572" y="555326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3" y="0"/>
                </a:lnTo>
                <a:lnTo>
                  <a:pt x="672293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517705" y="9199061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3"/>
                </a:lnTo>
                <a:lnTo>
                  <a:pt x="0" y="7884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2382772"/>
            <a:ext cx="613641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OBJETIVOS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81853" y="9296400"/>
            <a:ext cx="5774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81575" y="5068232"/>
            <a:ext cx="456767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9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GENERAL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67194" y="5096770"/>
            <a:ext cx="432653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ESPECÍFICO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81575" y="5620868"/>
            <a:ext cx="5197834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Desarrollar un tótem automatizado con inteligencia artificial que permita preparar al usuario para su rutina de </a:t>
            </a:r>
          </a:p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ejercicio, sentando las bases técnicas y documentales necesarias para su futura certificación de uso rutinario.</a:t>
            </a:r>
          </a:p>
          <a:p>
            <a:pPr algn="l" marL="0" indent="0" lvl="0">
              <a:lnSpc>
                <a:spcPts val="3200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8096762" y="5620868"/>
            <a:ext cx="4785729" cy="320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200"/>
              </a:lnSpc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Optimizar la preparación de los usuarios de gimnasio </a:t>
            </a:r>
          </a:p>
          <a:p>
            <a:pPr algn="l" marL="431801" indent="-215900" lvl="1">
              <a:lnSpc>
                <a:spcPts val="3200"/>
              </a:lnSpc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revenir accidentes o peligros de salud debido a falta de información</a:t>
            </a:r>
          </a:p>
          <a:p>
            <a:pPr algn="l" marL="431801" indent="-215900" lvl="1">
              <a:lnSpc>
                <a:spcPts val="3200"/>
              </a:lnSpc>
              <a:spcBef>
                <a:spcPct val="0"/>
              </a:spcBef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Implementar un motor de evaluación entrenado con IA para la asignación de aptitudes físicas.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327453" y="273118"/>
            <a:ext cx="3542299" cy="1511164"/>
          </a:xfrm>
          <a:custGeom>
            <a:avLst/>
            <a:gdLst/>
            <a:ahLst/>
            <a:cxnLst/>
            <a:rect r="r" b="b" t="t" l="l"/>
            <a:pathLst>
              <a:path h="1511164" w="3542299">
                <a:moveTo>
                  <a:pt x="0" y="0"/>
                </a:moveTo>
                <a:lnTo>
                  <a:pt x="3542298" y="0"/>
                </a:lnTo>
                <a:lnTo>
                  <a:pt x="3542298" y="1511164"/>
                </a:lnTo>
                <a:lnTo>
                  <a:pt x="0" y="151116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0" y="9207320"/>
            <a:ext cx="6650760" cy="1051296"/>
          </a:xfrm>
          <a:custGeom>
            <a:avLst/>
            <a:gdLst/>
            <a:ahLst/>
            <a:cxnLst/>
            <a:rect r="r" b="b" t="t" l="l"/>
            <a:pathLst>
              <a:path h="1051296" w="6650760">
                <a:moveTo>
                  <a:pt x="0" y="0"/>
                </a:moveTo>
                <a:lnTo>
                  <a:pt x="6650760" y="0"/>
                </a:lnTo>
                <a:lnTo>
                  <a:pt x="6650760" y="1051296"/>
                </a:lnTo>
                <a:lnTo>
                  <a:pt x="0" y="105129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15626" r="0" b="-4253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5719" y="-7795719"/>
            <a:ext cx="15591438" cy="15591438"/>
          </a:xfrm>
          <a:custGeom>
            <a:avLst/>
            <a:gdLst/>
            <a:ahLst/>
            <a:cxnLst/>
            <a:rect r="r" b="b" t="t" l="l"/>
            <a:pathLst>
              <a:path h="15591438" w="15591438">
                <a:moveTo>
                  <a:pt x="0" y="0"/>
                </a:moveTo>
                <a:lnTo>
                  <a:pt x="15591438" y="0"/>
                </a:lnTo>
                <a:lnTo>
                  <a:pt x="15591438" y="15591438"/>
                </a:lnTo>
                <a:lnTo>
                  <a:pt x="0" y="1559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338680">
            <a:off x="1646188" y="4991478"/>
            <a:ext cx="3531825" cy="2195644"/>
          </a:xfrm>
          <a:custGeom>
            <a:avLst/>
            <a:gdLst/>
            <a:ahLst/>
            <a:cxnLst/>
            <a:rect r="r" b="b" t="t" l="l"/>
            <a:pathLst>
              <a:path h="2195644" w="3531825">
                <a:moveTo>
                  <a:pt x="3531825" y="0"/>
                </a:moveTo>
                <a:lnTo>
                  <a:pt x="0" y="0"/>
                </a:lnTo>
                <a:lnTo>
                  <a:pt x="0" y="2195644"/>
                </a:lnTo>
                <a:lnTo>
                  <a:pt x="3531825" y="2195644"/>
                </a:lnTo>
                <a:lnTo>
                  <a:pt x="3531825" y="0"/>
                </a:lnTo>
                <a:close/>
              </a:path>
            </a:pathLst>
          </a:custGeom>
          <a:blipFill>
            <a:blip r:embed="rId4"/>
            <a:stretch>
              <a:fillRect l="0" t="0" r="-123792" b="-8295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82867">
            <a:off x="-565019" y="4924179"/>
            <a:ext cx="2175992" cy="2388911"/>
          </a:xfrm>
          <a:custGeom>
            <a:avLst/>
            <a:gdLst/>
            <a:ahLst/>
            <a:cxnLst/>
            <a:rect r="r" b="b" t="t" l="l"/>
            <a:pathLst>
              <a:path h="2388911" w="2175992">
                <a:moveTo>
                  <a:pt x="0" y="0"/>
                </a:moveTo>
                <a:lnTo>
                  <a:pt x="2175992" y="0"/>
                </a:lnTo>
                <a:lnTo>
                  <a:pt x="2175992" y="2388911"/>
                </a:lnTo>
                <a:lnTo>
                  <a:pt x="0" y="2388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95207" b="-8295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27769" y="736398"/>
            <a:ext cx="234530" cy="213129"/>
          </a:xfrm>
          <a:custGeom>
            <a:avLst/>
            <a:gdLst/>
            <a:ahLst/>
            <a:cxnLst/>
            <a:rect r="r" b="b" t="t" l="l"/>
            <a:pathLst>
              <a:path h="213129" w="234530">
                <a:moveTo>
                  <a:pt x="0" y="0"/>
                </a:moveTo>
                <a:lnTo>
                  <a:pt x="234530" y="0"/>
                </a:lnTo>
                <a:lnTo>
                  <a:pt x="234530" y="213129"/>
                </a:lnTo>
                <a:lnTo>
                  <a:pt x="0" y="213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43727" y="3508228"/>
            <a:ext cx="12288547" cy="12288547"/>
          </a:xfrm>
          <a:custGeom>
            <a:avLst/>
            <a:gdLst/>
            <a:ahLst/>
            <a:cxnLst/>
            <a:rect r="r" b="b" t="t" l="l"/>
            <a:pathLst>
              <a:path h="12288547" w="12288547">
                <a:moveTo>
                  <a:pt x="0" y="0"/>
                </a:moveTo>
                <a:lnTo>
                  <a:pt x="12288546" y="0"/>
                </a:lnTo>
                <a:lnTo>
                  <a:pt x="12288546" y="12288547"/>
                </a:lnTo>
                <a:lnTo>
                  <a:pt x="0" y="12288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808755" y="3105394"/>
            <a:ext cx="653607" cy="65360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FFF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888591" y="3303466"/>
            <a:ext cx="493934" cy="257463"/>
          </a:xfrm>
          <a:custGeom>
            <a:avLst/>
            <a:gdLst/>
            <a:ahLst/>
            <a:cxnLst/>
            <a:rect r="r" b="b" t="t" l="l"/>
            <a:pathLst>
              <a:path h="257463" w="493934">
                <a:moveTo>
                  <a:pt x="0" y="0"/>
                </a:moveTo>
                <a:lnTo>
                  <a:pt x="493934" y="0"/>
                </a:lnTo>
                <a:lnTo>
                  <a:pt x="493934" y="257463"/>
                </a:lnTo>
                <a:lnTo>
                  <a:pt x="0" y="257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97335" y="2136317"/>
            <a:ext cx="630275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ALCANCE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08755" y="1889057"/>
            <a:ext cx="568843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>
                <a:solidFill>
                  <a:srgbClr val="1DFFF1"/>
                </a:solidFill>
                <a:latin typeface="Anton"/>
                <a:ea typeface="Anton"/>
                <a:cs typeface="Anton"/>
                <a:sym typeface="Anton"/>
              </a:rPr>
              <a:t>LIMITACIONES</a:t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-338680">
            <a:off x="1388848" y="7199808"/>
            <a:ext cx="3990064" cy="1866788"/>
          </a:xfrm>
          <a:custGeom>
            <a:avLst/>
            <a:gdLst/>
            <a:ahLst/>
            <a:cxnLst/>
            <a:rect r="r" b="b" t="t" l="l"/>
            <a:pathLst>
              <a:path h="1866788" w="3990064">
                <a:moveTo>
                  <a:pt x="3990064" y="0"/>
                </a:moveTo>
                <a:lnTo>
                  <a:pt x="0" y="0"/>
                </a:lnTo>
                <a:lnTo>
                  <a:pt x="0" y="1866789"/>
                </a:lnTo>
                <a:lnTo>
                  <a:pt x="3990064" y="1866789"/>
                </a:lnTo>
                <a:lnTo>
                  <a:pt x="3990064" y="0"/>
                </a:lnTo>
                <a:close/>
              </a:path>
            </a:pathLst>
          </a:custGeom>
          <a:blipFill>
            <a:blip r:embed="rId4"/>
            <a:stretch>
              <a:fillRect l="0" t="-115188" r="-9809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382867">
            <a:off x="-316275" y="7177972"/>
            <a:ext cx="4341281" cy="2031109"/>
          </a:xfrm>
          <a:custGeom>
            <a:avLst/>
            <a:gdLst/>
            <a:ahLst/>
            <a:cxnLst/>
            <a:rect r="r" b="b" t="t" l="l"/>
            <a:pathLst>
              <a:path h="2031109" w="4341281">
                <a:moveTo>
                  <a:pt x="0" y="0"/>
                </a:moveTo>
                <a:lnTo>
                  <a:pt x="4341281" y="0"/>
                </a:lnTo>
                <a:lnTo>
                  <a:pt x="4341281" y="2031109"/>
                </a:lnTo>
                <a:lnTo>
                  <a:pt x="0" y="20311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5188" r="-9809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3714586"/>
            <a:ext cx="278014" cy="27801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FFF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352565" y="316852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938344" y="8625625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9" y="0"/>
                </a:lnTo>
                <a:lnTo>
                  <a:pt x="1078999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886829" y="555326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472609" y="8864099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6681853" y="9296400"/>
            <a:ext cx="5774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32674" y="3284560"/>
            <a:ext cx="376061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APOYA, NO REEMPLAZA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08755" y="3738600"/>
            <a:ext cx="6606449" cy="160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 tótem no reemplaza a un profesional ni entrega diagnósticos médicos, toda predicción de la IA puede ser modificada o confirmada por un especialista de salud.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97335" y="3338550"/>
            <a:ext cx="6302755" cy="200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tótem de autoservicio para gimnasios que aplica un cuestionario de salud, mide signos vitales y composición corporal, hace un step test y asigna una categoría de aptitud (A1 a A4) que valida un encargado de salud.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327453" y="273118"/>
            <a:ext cx="3542299" cy="1511164"/>
          </a:xfrm>
          <a:custGeom>
            <a:avLst/>
            <a:gdLst/>
            <a:ahLst/>
            <a:cxnLst/>
            <a:rect r="r" b="b" t="t" l="l"/>
            <a:pathLst>
              <a:path h="1511164" w="3542299">
                <a:moveTo>
                  <a:pt x="0" y="0"/>
                </a:moveTo>
                <a:lnTo>
                  <a:pt x="3542298" y="0"/>
                </a:lnTo>
                <a:lnTo>
                  <a:pt x="3542298" y="1511164"/>
                </a:lnTo>
                <a:lnTo>
                  <a:pt x="0" y="151116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0" y="9207320"/>
            <a:ext cx="6650760" cy="1051296"/>
          </a:xfrm>
          <a:custGeom>
            <a:avLst/>
            <a:gdLst/>
            <a:ahLst/>
            <a:cxnLst/>
            <a:rect r="r" b="b" t="t" l="l"/>
            <a:pathLst>
              <a:path h="1051296" w="6650760">
                <a:moveTo>
                  <a:pt x="0" y="0"/>
                </a:moveTo>
                <a:lnTo>
                  <a:pt x="6650760" y="0"/>
                </a:lnTo>
                <a:lnTo>
                  <a:pt x="6650760" y="1051296"/>
                </a:lnTo>
                <a:lnTo>
                  <a:pt x="0" y="105129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15626" r="0" b="-4253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0808755" y="5665825"/>
            <a:ext cx="653607" cy="653607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FFF1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0888591" y="5863897"/>
            <a:ext cx="493934" cy="257463"/>
          </a:xfrm>
          <a:custGeom>
            <a:avLst/>
            <a:gdLst/>
            <a:ahLst/>
            <a:cxnLst/>
            <a:rect r="r" b="b" t="t" l="l"/>
            <a:pathLst>
              <a:path h="257463" w="493934">
                <a:moveTo>
                  <a:pt x="0" y="0"/>
                </a:moveTo>
                <a:lnTo>
                  <a:pt x="493934" y="0"/>
                </a:lnTo>
                <a:lnTo>
                  <a:pt x="493934" y="257463"/>
                </a:lnTo>
                <a:lnTo>
                  <a:pt x="0" y="257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832674" y="5844991"/>
            <a:ext cx="376061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DEPENDENCIA DE HARDWARE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08755" y="6299031"/>
            <a:ext cx="6606449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os sensores son equipos comerciales y su lectura depende de que estén encendidos y al alcance del Bluetooth del tótem.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5719" y="-7795719"/>
            <a:ext cx="15591438" cy="15591438"/>
          </a:xfrm>
          <a:custGeom>
            <a:avLst/>
            <a:gdLst/>
            <a:ahLst/>
            <a:cxnLst/>
            <a:rect r="r" b="b" t="t" l="l"/>
            <a:pathLst>
              <a:path h="15591438" w="15591438">
                <a:moveTo>
                  <a:pt x="0" y="0"/>
                </a:moveTo>
                <a:lnTo>
                  <a:pt x="15591438" y="0"/>
                </a:lnTo>
                <a:lnTo>
                  <a:pt x="15591438" y="15591438"/>
                </a:lnTo>
                <a:lnTo>
                  <a:pt x="0" y="1559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82867">
            <a:off x="5292104" y="2211872"/>
            <a:ext cx="2175992" cy="2388911"/>
          </a:xfrm>
          <a:custGeom>
            <a:avLst/>
            <a:gdLst/>
            <a:ahLst/>
            <a:cxnLst/>
            <a:rect r="r" b="b" t="t" l="l"/>
            <a:pathLst>
              <a:path h="2388911" w="2175992">
                <a:moveTo>
                  <a:pt x="0" y="0"/>
                </a:moveTo>
                <a:lnTo>
                  <a:pt x="2175992" y="0"/>
                </a:lnTo>
                <a:lnTo>
                  <a:pt x="2175992" y="2388911"/>
                </a:lnTo>
                <a:lnTo>
                  <a:pt x="0" y="2388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95207" b="-8295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27769" y="736398"/>
            <a:ext cx="234530" cy="213129"/>
          </a:xfrm>
          <a:custGeom>
            <a:avLst/>
            <a:gdLst/>
            <a:ahLst/>
            <a:cxnLst/>
            <a:rect r="r" b="b" t="t" l="l"/>
            <a:pathLst>
              <a:path h="213129" w="234530">
                <a:moveTo>
                  <a:pt x="0" y="0"/>
                </a:moveTo>
                <a:lnTo>
                  <a:pt x="234530" y="0"/>
                </a:lnTo>
                <a:lnTo>
                  <a:pt x="234530" y="213129"/>
                </a:lnTo>
                <a:lnTo>
                  <a:pt x="0" y="213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43727" y="4142727"/>
            <a:ext cx="12288547" cy="12288547"/>
          </a:xfrm>
          <a:custGeom>
            <a:avLst/>
            <a:gdLst/>
            <a:ahLst/>
            <a:cxnLst/>
            <a:rect r="r" b="b" t="t" l="l"/>
            <a:pathLst>
              <a:path h="12288547" w="12288547">
                <a:moveTo>
                  <a:pt x="0" y="0"/>
                </a:moveTo>
                <a:lnTo>
                  <a:pt x="12288546" y="0"/>
                </a:lnTo>
                <a:lnTo>
                  <a:pt x="12288546" y="12288546"/>
                </a:lnTo>
                <a:lnTo>
                  <a:pt x="0" y="12288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082704">
            <a:off x="10427215" y="6998150"/>
            <a:ext cx="3531825" cy="2195644"/>
          </a:xfrm>
          <a:custGeom>
            <a:avLst/>
            <a:gdLst/>
            <a:ahLst/>
            <a:cxnLst/>
            <a:rect r="r" b="b" t="t" l="l"/>
            <a:pathLst>
              <a:path h="2195644" w="3531825">
                <a:moveTo>
                  <a:pt x="3531825" y="0"/>
                </a:moveTo>
                <a:lnTo>
                  <a:pt x="0" y="0"/>
                </a:lnTo>
                <a:lnTo>
                  <a:pt x="0" y="2195644"/>
                </a:lnTo>
                <a:lnTo>
                  <a:pt x="3531825" y="2195644"/>
                </a:lnTo>
                <a:lnTo>
                  <a:pt x="3531825" y="0"/>
                </a:lnTo>
                <a:close/>
              </a:path>
            </a:pathLst>
          </a:custGeom>
          <a:blipFill>
            <a:blip r:embed="rId4"/>
            <a:stretch>
              <a:fillRect l="0" t="0" r="-123792" b="-8295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68148" y="2981257"/>
            <a:ext cx="4951703" cy="7500947"/>
            <a:chOff x="0" y="0"/>
            <a:chExt cx="514805" cy="7798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4805" cy="779838"/>
            </a:xfrm>
            <a:custGeom>
              <a:avLst/>
              <a:gdLst/>
              <a:ahLst/>
              <a:cxnLst/>
              <a:rect r="r" b="b" t="t" l="l"/>
              <a:pathLst>
                <a:path h="779838" w="514805">
                  <a:moveTo>
                    <a:pt x="75047" y="0"/>
                  </a:moveTo>
                  <a:lnTo>
                    <a:pt x="439758" y="0"/>
                  </a:lnTo>
                  <a:cubicBezTo>
                    <a:pt x="459662" y="0"/>
                    <a:pt x="478750" y="7907"/>
                    <a:pt x="492825" y="21981"/>
                  </a:cubicBezTo>
                  <a:cubicBezTo>
                    <a:pt x="506899" y="36055"/>
                    <a:pt x="514805" y="55144"/>
                    <a:pt x="514805" y="75047"/>
                  </a:cubicBezTo>
                  <a:lnTo>
                    <a:pt x="514805" y="704791"/>
                  </a:lnTo>
                  <a:cubicBezTo>
                    <a:pt x="514805" y="746239"/>
                    <a:pt x="481206" y="779838"/>
                    <a:pt x="439758" y="779838"/>
                  </a:cubicBezTo>
                  <a:lnTo>
                    <a:pt x="75047" y="779838"/>
                  </a:lnTo>
                  <a:cubicBezTo>
                    <a:pt x="55144" y="779838"/>
                    <a:pt x="36055" y="771932"/>
                    <a:pt x="21981" y="757858"/>
                  </a:cubicBezTo>
                  <a:cubicBezTo>
                    <a:pt x="7907" y="743783"/>
                    <a:pt x="0" y="724695"/>
                    <a:pt x="0" y="704791"/>
                  </a:cubicBezTo>
                  <a:lnTo>
                    <a:pt x="0" y="75047"/>
                  </a:lnTo>
                  <a:cubicBezTo>
                    <a:pt x="0" y="55144"/>
                    <a:pt x="7907" y="36055"/>
                    <a:pt x="21981" y="21981"/>
                  </a:cubicBezTo>
                  <a:cubicBezTo>
                    <a:pt x="36055" y="7907"/>
                    <a:pt x="55144" y="0"/>
                    <a:pt x="75047" y="0"/>
                  </a:cubicBezTo>
                  <a:close/>
                </a:path>
              </a:pathLst>
            </a:custGeom>
            <a:blipFill>
              <a:blip r:embed="rId7"/>
              <a:stretch>
                <a:fillRect l="-63469" t="0" r="-63469" b="0"/>
              </a:stretch>
            </a:blipFill>
            <a:ln w="95250" cap="rnd">
              <a:solidFill>
                <a:srgbClr val="1DFFF1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524749" y="3005706"/>
            <a:ext cx="1024393" cy="102439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FFF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787922" y="3118333"/>
            <a:ext cx="1024393" cy="102439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FFF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930738" y="3313786"/>
            <a:ext cx="738760" cy="633487"/>
          </a:xfrm>
          <a:custGeom>
            <a:avLst/>
            <a:gdLst/>
            <a:ahLst/>
            <a:cxnLst/>
            <a:rect r="r" b="b" t="t" l="l"/>
            <a:pathLst>
              <a:path h="633487" w="738760">
                <a:moveTo>
                  <a:pt x="0" y="0"/>
                </a:moveTo>
                <a:lnTo>
                  <a:pt x="738760" y="0"/>
                </a:lnTo>
                <a:lnTo>
                  <a:pt x="738760" y="633487"/>
                </a:lnTo>
                <a:lnTo>
                  <a:pt x="0" y="6334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709110" y="3231046"/>
            <a:ext cx="655672" cy="573713"/>
          </a:xfrm>
          <a:custGeom>
            <a:avLst/>
            <a:gdLst/>
            <a:ahLst/>
            <a:cxnLst/>
            <a:rect r="r" b="b" t="t" l="l"/>
            <a:pathLst>
              <a:path h="573713" w="655672">
                <a:moveTo>
                  <a:pt x="0" y="0"/>
                </a:moveTo>
                <a:lnTo>
                  <a:pt x="655671" y="0"/>
                </a:lnTo>
                <a:lnTo>
                  <a:pt x="655671" y="573713"/>
                </a:lnTo>
                <a:lnTo>
                  <a:pt x="0" y="5737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54665" y="4566648"/>
            <a:ext cx="4057650" cy="3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PROBLEMA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6300" y="5038725"/>
            <a:ext cx="4936015" cy="440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los gimnasios dentro de DUOC no se encuentra una manera real de poder prepararse o revisar su estado de salud actual antes de realizar una sesión de ejercicio, normalmente intensiva. Esto puede llevar a problemas durante el ejercicio, que pueden ser ignorados o minimizados al no saber cómo se encuentra su cuerpo en ese momento.</a:t>
            </a:r>
          </a:p>
          <a:p>
            <a:pPr algn="r" marL="0" indent="0" lvl="0">
              <a:lnSpc>
                <a:spcPts val="3200"/>
              </a:lnSpc>
              <a:spcBef>
                <a:spcPct val="0"/>
              </a:spcBef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012000" y="3003223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49"/>
                </a:lnTo>
                <a:lnTo>
                  <a:pt x="0" y="12653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948770" y="2764749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9" y="0"/>
                </a:lnTo>
                <a:lnTo>
                  <a:pt x="1078999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46264" y="3241696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3" y="0"/>
                </a:lnTo>
                <a:lnTo>
                  <a:pt x="672293" y="788403"/>
                </a:lnTo>
                <a:lnTo>
                  <a:pt x="0" y="78840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483035" y="3003223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382867">
            <a:off x="5540848" y="4465665"/>
            <a:ext cx="4341281" cy="2031109"/>
          </a:xfrm>
          <a:custGeom>
            <a:avLst/>
            <a:gdLst/>
            <a:ahLst/>
            <a:cxnLst/>
            <a:rect r="r" b="b" t="t" l="l"/>
            <a:pathLst>
              <a:path h="2031109" w="4341281">
                <a:moveTo>
                  <a:pt x="0" y="0"/>
                </a:moveTo>
                <a:lnTo>
                  <a:pt x="4341281" y="0"/>
                </a:lnTo>
                <a:lnTo>
                  <a:pt x="4341281" y="2031109"/>
                </a:lnTo>
                <a:lnTo>
                  <a:pt x="0" y="20311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5188" r="-9809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3082704">
            <a:off x="8468126" y="8251402"/>
            <a:ext cx="3990064" cy="1866788"/>
          </a:xfrm>
          <a:custGeom>
            <a:avLst/>
            <a:gdLst/>
            <a:ahLst/>
            <a:cxnLst/>
            <a:rect r="r" b="b" t="t" l="l"/>
            <a:pathLst>
              <a:path h="1866788" w="3990064">
                <a:moveTo>
                  <a:pt x="3990064" y="0"/>
                </a:moveTo>
                <a:lnTo>
                  <a:pt x="0" y="0"/>
                </a:lnTo>
                <a:lnTo>
                  <a:pt x="0" y="1866788"/>
                </a:lnTo>
                <a:lnTo>
                  <a:pt x="3990064" y="1866788"/>
                </a:lnTo>
                <a:lnTo>
                  <a:pt x="3990064" y="0"/>
                </a:lnTo>
                <a:close/>
              </a:path>
            </a:pathLst>
          </a:custGeom>
          <a:blipFill>
            <a:blip r:embed="rId4"/>
            <a:stretch>
              <a:fillRect l="0" t="-115188" r="-9809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6681853" y="9296400"/>
            <a:ext cx="5774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527466" y="1631626"/>
            <a:ext cx="717030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DESCRIPCIÓN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10243" y="1631626"/>
            <a:ext cx="606266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>
                <a:solidFill>
                  <a:srgbClr val="1DFFF1"/>
                </a:solidFill>
                <a:latin typeface="Anton"/>
                <a:ea typeface="Anton"/>
                <a:cs typeface="Anton"/>
                <a:sym typeface="Anton"/>
              </a:rPr>
              <a:t>DEL PROYECTO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24749" y="4401574"/>
            <a:ext cx="4057650" cy="3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PROPUESTA DE SOLUCIÓN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24749" y="5038725"/>
            <a:ext cx="4734551" cy="360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tót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 desatendido, revisado por personal del gimnasio, extrae datos de sensores biométricos y de una prueba de calentamiento y los transmite a una arquitectura Cloud, donde un algoritmo predictivo clasifica su nivel de salud y el nivel de ejercicio recomendado.</a:t>
            </a:r>
          </a:p>
          <a:p>
            <a:pPr algn="l" marL="0" indent="0" lvl="0">
              <a:lnSpc>
                <a:spcPts val="3200"/>
              </a:lnSpc>
              <a:spcBef>
                <a:spcPct val="0"/>
              </a:spcBef>
            </a:pP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327453" y="273118"/>
            <a:ext cx="3542299" cy="1511164"/>
          </a:xfrm>
          <a:custGeom>
            <a:avLst/>
            <a:gdLst/>
            <a:ahLst/>
            <a:cxnLst/>
            <a:rect r="r" b="b" t="t" l="l"/>
            <a:pathLst>
              <a:path h="1511164" w="3542299">
                <a:moveTo>
                  <a:pt x="0" y="0"/>
                </a:moveTo>
                <a:lnTo>
                  <a:pt x="3542298" y="0"/>
                </a:lnTo>
                <a:lnTo>
                  <a:pt x="3542298" y="1511164"/>
                </a:lnTo>
                <a:lnTo>
                  <a:pt x="0" y="151116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0" y="9207320"/>
            <a:ext cx="6650760" cy="1051296"/>
          </a:xfrm>
          <a:custGeom>
            <a:avLst/>
            <a:gdLst/>
            <a:ahLst/>
            <a:cxnLst/>
            <a:rect r="r" b="b" t="t" l="l"/>
            <a:pathLst>
              <a:path h="1051296" w="6650760">
                <a:moveTo>
                  <a:pt x="0" y="0"/>
                </a:moveTo>
                <a:lnTo>
                  <a:pt x="6650760" y="0"/>
                </a:lnTo>
                <a:lnTo>
                  <a:pt x="6650760" y="1051296"/>
                </a:lnTo>
                <a:lnTo>
                  <a:pt x="0" y="105129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15626" r="0" b="-4253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5719" y="-7795719"/>
            <a:ext cx="15591438" cy="15591438"/>
          </a:xfrm>
          <a:custGeom>
            <a:avLst/>
            <a:gdLst/>
            <a:ahLst/>
            <a:cxnLst/>
            <a:rect r="r" b="b" t="t" l="l"/>
            <a:pathLst>
              <a:path h="15591438" w="15591438">
                <a:moveTo>
                  <a:pt x="0" y="0"/>
                </a:moveTo>
                <a:lnTo>
                  <a:pt x="15591438" y="0"/>
                </a:lnTo>
                <a:lnTo>
                  <a:pt x="15591438" y="15591438"/>
                </a:lnTo>
                <a:lnTo>
                  <a:pt x="0" y="1559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368059">
            <a:off x="4903774" y="3208541"/>
            <a:ext cx="3531825" cy="2195644"/>
          </a:xfrm>
          <a:custGeom>
            <a:avLst/>
            <a:gdLst/>
            <a:ahLst/>
            <a:cxnLst/>
            <a:rect r="r" b="b" t="t" l="l"/>
            <a:pathLst>
              <a:path h="2195644" w="3531825">
                <a:moveTo>
                  <a:pt x="3531825" y="0"/>
                </a:moveTo>
                <a:lnTo>
                  <a:pt x="0" y="0"/>
                </a:lnTo>
                <a:lnTo>
                  <a:pt x="0" y="2195644"/>
                </a:lnTo>
                <a:lnTo>
                  <a:pt x="3531825" y="2195644"/>
                </a:lnTo>
                <a:lnTo>
                  <a:pt x="3531825" y="0"/>
                </a:lnTo>
                <a:close/>
              </a:path>
            </a:pathLst>
          </a:custGeom>
          <a:blipFill>
            <a:blip r:embed="rId4"/>
            <a:stretch>
              <a:fillRect l="0" t="0" r="-123792" b="-8295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931748">
            <a:off x="879946" y="6834866"/>
            <a:ext cx="2175992" cy="2388911"/>
          </a:xfrm>
          <a:custGeom>
            <a:avLst/>
            <a:gdLst/>
            <a:ahLst/>
            <a:cxnLst/>
            <a:rect r="r" b="b" t="t" l="l"/>
            <a:pathLst>
              <a:path h="2388911" w="2175992">
                <a:moveTo>
                  <a:pt x="0" y="0"/>
                </a:moveTo>
                <a:lnTo>
                  <a:pt x="2175991" y="0"/>
                </a:lnTo>
                <a:lnTo>
                  <a:pt x="2175991" y="2388911"/>
                </a:lnTo>
                <a:lnTo>
                  <a:pt x="0" y="2388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95207" b="-8295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27769" y="736398"/>
            <a:ext cx="234530" cy="213129"/>
          </a:xfrm>
          <a:custGeom>
            <a:avLst/>
            <a:gdLst/>
            <a:ahLst/>
            <a:cxnLst/>
            <a:rect r="r" b="b" t="t" l="l"/>
            <a:pathLst>
              <a:path h="213129" w="234530">
                <a:moveTo>
                  <a:pt x="0" y="0"/>
                </a:moveTo>
                <a:lnTo>
                  <a:pt x="234530" y="0"/>
                </a:lnTo>
                <a:lnTo>
                  <a:pt x="234530" y="213129"/>
                </a:lnTo>
                <a:lnTo>
                  <a:pt x="0" y="213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43727" y="4142727"/>
            <a:ext cx="12288547" cy="12288547"/>
          </a:xfrm>
          <a:custGeom>
            <a:avLst/>
            <a:gdLst/>
            <a:ahLst/>
            <a:cxnLst/>
            <a:rect r="r" b="b" t="t" l="l"/>
            <a:pathLst>
              <a:path h="12288547" w="12288547">
                <a:moveTo>
                  <a:pt x="0" y="0"/>
                </a:moveTo>
                <a:lnTo>
                  <a:pt x="12288546" y="0"/>
                </a:lnTo>
                <a:lnTo>
                  <a:pt x="12288546" y="12288546"/>
                </a:lnTo>
                <a:lnTo>
                  <a:pt x="0" y="12288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734372" y="2139268"/>
            <a:ext cx="1074380" cy="107438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FFF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931748">
            <a:off x="2261351" y="6934826"/>
            <a:ext cx="4341281" cy="2031109"/>
          </a:xfrm>
          <a:custGeom>
            <a:avLst/>
            <a:gdLst/>
            <a:ahLst/>
            <a:cxnLst/>
            <a:rect r="r" b="b" t="t" l="l"/>
            <a:pathLst>
              <a:path h="2031109" w="4341281">
                <a:moveTo>
                  <a:pt x="0" y="0"/>
                </a:moveTo>
                <a:lnTo>
                  <a:pt x="4341281" y="0"/>
                </a:lnTo>
                <a:lnTo>
                  <a:pt x="4341281" y="2031109"/>
                </a:lnTo>
                <a:lnTo>
                  <a:pt x="0" y="20311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5188" r="-9809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489088" y="552450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251202" y="8662138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49"/>
                </a:lnTo>
                <a:lnTo>
                  <a:pt x="0" y="12653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023352" y="790924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785466" y="8900611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3"/>
                </a:lnTo>
                <a:lnTo>
                  <a:pt x="0" y="7884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5" id="15"/>
          <p:cNvGraphicFramePr/>
          <p:nvPr/>
        </p:nvGraphicFramePr>
        <p:xfrm>
          <a:off x="470499" y="4524034"/>
          <a:ext cx="7558088" cy="4512564"/>
        </p:xfrm>
        <a:graphic>
          <a:graphicData uri="http://schemas.openxmlformats.org/presentationml/2006/ole">
            <p:oleObj imgW="9067800" imgH="6019800" r:id="rId12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16" id="16"/>
          <p:cNvSpPr/>
          <p:nvPr/>
        </p:nvSpPr>
        <p:spPr>
          <a:xfrm flipH="true" flipV="false" rot="-2368059">
            <a:off x="5829723" y="5107235"/>
            <a:ext cx="3990064" cy="1866788"/>
          </a:xfrm>
          <a:custGeom>
            <a:avLst/>
            <a:gdLst/>
            <a:ahLst/>
            <a:cxnLst/>
            <a:rect r="r" b="b" t="t" l="l"/>
            <a:pathLst>
              <a:path h="1866788" w="3990064">
                <a:moveTo>
                  <a:pt x="3990063" y="0"/>
                </a:moveTo>
                <a:lnTo>
                  <a:pt x="0" y="0"/>
                </a:lnTo>
                <a:lnTo>
                  <a:pt x="0" y="1866788"/>
                </a:lnTo>
                <a:lnTo>
                  <a:pt x="3990063" y="1866788"/>
                </a:lnTo>
                <a:lnTo>
                  <a:pt x="3990063" y="0"/>
                </a:lnTo>
                <a:close/>
              </a:path>
            </a:pathLst>
          </a:custGeom>
          <a:blipFill>
            <a:blip r:embed="rId4"/>
            <a:stretch>
              <a:fillRect l="0" t="-115188" r="-9809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691378" y="9296400"/>
            <a:ext cx="5774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259936"/>
            <a:ext cx="737069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JUSTIFICACIÓN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34372" y="2454613"/>
            <a:ext cx="1074380" cy="574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2"/>
              </a:lnSpc>
            </a:pPr>
            <a:r>
              <a:rPr lang="en-US" sz="414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3260061"/>
            <a:ext cx="601803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>
                <a:solidFill>
                  <a:srgbClr val="1DFFF1"/>
                </a:solidFill>
                <a:latin typeface="Anton"/>
                <a:ea typeface="Anton"/>
                <a:cs typeface="Anton"/>
                <a:sym typeface="Anton"/>
              </a:rPr>
              <a:t>DE INNOVACIÓN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57833" y="2259320"/>
            <a:ext cx="6173453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Flujo Único: Cuestionario + Vitales + Bioimpedancia + Step Test.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734372" y="3605536"/>
            <a:ext cx="1074380" cy="107438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FFF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734372" y="3920882"/>
            <a:ext cx="1074380" cy="574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2"/>
              </a:lnSpc>
            </a:pPr>
            <a:r>
              <a:rPr lang="en-US" sz="414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557833" y="3725589"/>
            <a:ext cx="6173453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Estándar ACSM: Clasificación clara de riesgo (A1 a A4).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734372" y="5070442"/>
            <a:ext cx="1074380" cy="107438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FFF1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734372" y="5385787"/>
            <a:ext cx="1074380" cy="574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2"/>
              </a:lnSpc>
            </a:pPr>
            <a:r>
              <a:rPr lang="en-US" sz="414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557833" y="5190494"/>
            <a:ext cx="6173453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Clasificación Inteligente: La IA evalúa sólo deriva a revisión los casos de riesgo o de baja confianza.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734372" y="6535347"/>
            <a:ext cx="1074380" cy="1074380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FFF1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734372" y="6850692"/>
            <a:ext cx="1074380" cy="574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2"/>
              </a:lnSpc>
            </a:pPr>
            <a:r>
              <a:rPr lang="en-US" sz="414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557833" y="6655399"/>
            <a:ext cx="6173453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Validación Humana: Decisión final tomada por un profesional de la salud.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327453" y="273118"/>
            <a:ext cx="3542299" cy="1511164"/>
          </a:xfrm>
          <a:custGeom>
            <a:avLst/>
            <a:gdLst/>
            <a:ahLst/>
            <a:cxnLst/>
            <a:rect r="r" b="b" t="t" l="l"/>
            <a:pathLst>
              <a:path h="1511164" w="3542299">
                <a:moveTo>
                  <a:pt x="0" y="0"/>
                </a:moveTo>
                <a:lnTo>
                  <a:pt x="3542298" y="0"/>
                </a:lnTo>
                <a:lnTo>
                  <a:pt x="3542298" y="1511164"/>
                </a:lnTo>
                <a:lnTo>
                  <a:pt x="0" y="151116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0" y="9207320"/>
            <a:ext cx="6650760" cy="1051296"/>
          </a:xfrm>
          <a:custGeom>
            <a:avLst/>
            <a:gdLst/>
            <a:ahLst/>
            <a:cxnLst/>
            <a:rect r="r" b="b" t="t" l="l"/>
            <a:pathLst>
              <a:path h="1051296" w="6650760">
                <a:moveTo>
                  <a:pt x="0" y="0"/>
                </a:moveTo>
                <a:lnTo>
                  <a:pt x="6650760" y="0"/>
                </a:lnTo>
                <a:lnTo>
                  <a:pt x="6650760" y="1051296"/>
                </a:lnTo>
                <a:lnTo>
                  <a:pt x="0" y="105129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15626" r="0" b="-4253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95136" y="-7539075"/>
            <a:ext cx="15591438" cy="15591438"/>
          </a:xfrm>
          <a:custGeom>
            <a:avLst/>
            <a:gdLst/>
            <a:ahLst/>
            <a:cxnLst/>
            <a:rect r="r" b="b" t="t" l="l"/>
            <a:pathLst>
              <a:path h="15591438" w="15591438">
                <a:moveTo>
                  <a:pt x="0" y="0"/>
                </a:moveTo>
                <a:lnTo>
                  <a:pt x="15591437" y="0"/>
                </a:lnTo>
                <a:lnTo>
                  <a:pt x="15591437" y="15591437"/>
                </a:lnTo>
                <a:lnTo>
                  <a:pt x="0" y="15591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27769" y="736398"/>
            <a:ext cx="234530" cy="213129"/>
          </a:xfrm>
          <a:custGeom>
            <a:avLst/>
            <a:gdLst/>
            <a:ahLst/>
            <a:cxnLst/>
            <a:rect r="r" b="b" t="t" l="l"/>
            <a:pathLst>
              <a:path h="213129" w="234530">
                <a:moveTo>
                  <a:pt x="0" y="0"/>
                </a:moveTo>
                <a:lnTo>
                  <a:pt x="234530" y="0"/>
                </a:lnTo>
                <a:lnTo>
                  <a:pt x="234530" y="213129"/>
                </a:lnTo>
                <a:lnTo>
                  <a:pt x="0" y="213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43727" y="4142727"/>
            <a:ext cx="12288547" cy="12288547"/>
          </a:xfrm>
          <a:custGeom>
            <a:avLst/>
            <a:gdLst/>
            <a:ahLst/>
            <a:cxnLst/>
            <a:rect r="r" b="b" t="t" l="l"/>
            <a:pathLst>
              <a:path h="12288547" w="12288547">
                <a:moveTo>
                  <a:pt x="0" y="0"/>
                </a:moveTo>
                <a:lnTo>
                  <a:pt x="12288546" y="0"/>
                </a:lnTo>
                <a:lnTo>
                  <a:pt x="12288546" y="12288546"/>
                </a:lnTo>
                <a:lnTo>
                  <a:pt x="0" y="12288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89088" y="552450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91971" y="8625625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23352" y="790924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26235" y="8864099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9" id="9"/>
          <p:cNvGraphicFramePr/>
          <p:nvPr/>
        </p:nvGraphicFramePr>
        <p:xfrm>
          <a:off x="6994479" y="2371790"/>
          <a:ext cx="13030200" cy="6915150"/>
        </p:xfrm>
        <a:graphic>
          <a:graphicData uri="http://schemas.openxmlformats.org/presentationml/2006/ole">
            <p:oleObj imgW="15633700" imgH="95250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6691378" y="9296400"/>
            <a:ext cx="5774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247502"/>
            <a:ext cx="737069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SPRINT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248275"/>
            <a:ext cx="601803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>
                <a:solidFill>
                  <a:srgbClr val="1DFFF1"/>
                </a:solidFill>
                <a:latin typeface="Anton"/>
                <a:ea typeface="Anton"/>
                <a:cs typeface="Anton"/>
                <a:sym typeface="Anton"/>
              </a:rPr>
              <a:t>BACKLOGS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27453" y="273118"/>
            <a:ext cx="3542299" cy="1511164"/>
          </a:xfrm>
          <a:custGeom>
            <a:avLst/>
            <a:gdLst/>
            <a:ahLst/>
            <a:cxnLst/>
            <a:rect r="r" b="b" t="t" l="l"/>
            <a:pathLst>
              <a:path h="1511164" w="3542299">
                <a:moveTo>
                  <a:pt x="0" y="0"/>
                </a:moveTo>
                <a:lnTo>
                  <a:pt x="3542298" y="0"/>
                </a:lnTo>
                <a:lnTo>
                  <a:pt x="3542298" y="1511164"/>
                </a:lnTo>
                <a:lnTo>
                  <a:pt x="0" y="151116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040618" y="325972"/>
            <a:ext cx="6650760" cy="1051296"/>
          </a:xfrm>
          <a:custGeom>
            <a:avLst/>
            <a:gdLst/>
            <a:ahLst/>
            <a:cxnLst/>
            <a:rect r="r" b="b" t="t" l="l"/>
            <a:pathLst>
              <a:path h="1051296" w="6650760">
                <a:moveTo>
                  <a:pt x="0" y="0"/>
                </a:moveTo>
                <a:lnTo>
                  <a:pt x="6650760" y="0"/>
                </a:lnTo>
                <a:lnTo>
                  <a:pt x="6650760" y="1051296"/>
                </a:lnTo>
                <a:lnTo>
                  <a:pt x="0" y="105129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15626" r="0" b="-4253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82867">
            <a:off x="6177470" y="-883137"/>
            <a:ext cx="2175992" cy="2388911"/>
          </a:xfrm>
          <a:custGeom>
            <a:avLst/>
            <a:gdLst/>
            <a:ahLst/>
            <a:cxnLst/>
            <a:rect r="r" b="b" t="t" l="l"/>
            <a:pathLst>
              <a:path h="2388911" w="2175992">
                <a:moveTo>
                  <a:pt x="0" y="0"/>
                </a:moveTo>
                <a:lnTo>
                  <a:pt x="2175992" y="0"/>
                </a:lnTo>
                <a:lnTo>
                  <a:pt x="2175992" y="2388911"/>
                </a:lnTo>
                <a:lnTo>
                  <a:pt x="0" y="23889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95207" b="-8295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795719" y="-7795719"/>
            <a:ext cx="15591438" cy="15591438"/>
          </a:xfrm>
          <a:custGeom>
            <a:avLst/>
            <a:gdLst/>
            <a:ahLst/>
            <a:cxnLst/>
            <a:rect r="r" b="b" t="t" l="l"/>
            <a:pathLst>
              <a:path h="15591438" w="15591438">
                <a:moveTo>
                  <a:pt x="0" y="0"/>
                </a:moveTo>
                <a:lnTo>
                  <a:pt x="15591438" y="0"/>
                </a:lnTo>
                <a:lnTo>
                  <a:pt x="15591438" y="15591438"/>
                </a:lnTo>
                <a:lnTo>
                  <a:pt x="0" y="15591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27769" y="736398"/>
            <a:ext cx="234530" cy="213129"/>
          </a:xfrm>
          <a:custGeom>
            <a:avLst/>
            <a:gdLst/>
            <a:ahLst/>
            <a:cxnLst/>
            <a:rect r="r" b="b" t="t" l="l"/>
            <a:pathLst>
              <a:path h="213129" w="234530">
                <a:moveTo>
                  <a:pt x="0" y="0"/>
                </a:moveTo>
                <a:lnTo>
                  <a:pt x="234530" y="0"/>
                </a:lnTo>
                <a:lnTo>
                  <a:pt x="234530" y="213129"/>
                </a:lnTo>
                <a:lnTo>
                  <a:pt x="0" y="213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43727" y="4142727"/>
            <a:ext cx="12288547" cy="12288547"/>
          </a:xfrm>
          <a:custGeom>
            <a:avLst/>
            <a:gdLst/>
            <a:ahLst/>
            <a:cxnLst/>
            <a:rect r="r" b="b" t="t" l="l"/>
            <a:pathLst>
              <a:path h="12288547" w="12288547">
                <a:moveTo>
                  <a:pt x="0" y="0"/>
                </a:moveTo>
                <a:lnTo>
                  <a:pt x="12288546" y="0"/>
                </a:lnTo>
                <a:lnTo>
                  <a:pt x="12288546" y="12288546"/>
                </a:lnTo>
                <a:lnTo>
                  <a:pt x="0" y="12288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559343">
            <a:off x="15144141" y="5201665"/>
            <a:ext cx="3531825" cy="2195644"/>
          </a:xfrm>
          <a:custGeom>
            <a:avLst/>
            <a:gdLst/>
            <a:ahLst/>
            <a:cxnLst/>
            <a:rect r="r" b="b" t="t" l="l"/>
            <a:pathLst>
              <a:path h="2195644" w="3531825">
                <a:moveTo>
                  <a:pt x="3531824" y="0"/>
                </a:moveTo>
                <a:lnTo>
                  <a:pt x="0" y="0"/>
                </a:lnTo>
                <a:lnTo>
                  <a:pt x="0" y="2195644"/>
                </a:lnTo>
                <a:lnTo>
                  <a:pt x="3531824" y="2195644"/>
                </a:lnTo>
                <a:lnTo>
                  <a:pt x="3531824" y="0"/>
                </a:lnTo>
                <a:close/>
              </a:path>
            </a:pathLst>
          </a:custGeom>
          <a:blipFill>
            <a:blip r:embed="rId2"/>
            <a:stretch>
              <a:fillRect l="0" t="0" r="-123792" b="-8295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129103" y="-542107"/>
            <a:ext cx="4968937" cy="5589274"/>
            <a:chOff x="0" y="0"/>
            <a:chExt cx="516597" cy="5810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6597" cy="581091"/>
            </a:xfrm>
            <a:custGeom>
              <a:avLst/>
              <a:gdLst/>
              <a:ahLst/>
              <a:cxnLst/>
              <a:rect r="r" b="b" t="t" l="l"/>
              <a:pathLst>
                <a:path h="581091" w="516597">
                  <a:moveTo>
                    <a:pt x="74787" y="0"/>
                  </a:moveTo>
                  <a:lnTo>
                    <a:pt x="441810" y="0"/>
                  </a:lnTo>
                  <a:cubicBezTo>
                    <a:pt x="483114" y="0"/>
                    <a:pt x="516597" y="33483"/>
                    <a:pt x="516597" y="74787"/>
                  </a:cubicBezTo>
                  <a:lnTo>
                    <a:pt x="516597" y="506304"/>
                  </a:lnTo>
                  <a:cubicBezTo>
                    <a:pt x="516597" y="547607"/>
                    <a:pt x="483114" y="581091"/>
                    <a:pt x="441810" y="581091"/>
                  </a:cubicBezTo>
                  <a:lnTo>
                    <a:pt x="74787" y="581091"/>
                  </a:lnTo>
                  <a:cubicBezTo>
                    <a:pt x="33483" y="581091"/>
                    <a:pt x="0" y="547607"/>
                    <a:pt x="0" y="506304"/>
                  </a:cubicBezTo>
                  <a:lnTo>
                    <a:pt x="0" y="74787"/>
                  </a:lnTo>
                  <a:cubicBezTo>
                    <a:pt x="0" y="33483"/>
                    <a:pt x="33483" y="0"/>
                    <a:pt x="74787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6717" r="0" b="-16717"/>
              </a:stretch>
            </a:blipFill>
            <a:ln w="95250" cap="rnd">
              <a:solidFill>
                <a:srgbClr val="1DFFF1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379532" y="5239833"/>
            <a:ext cx="4968937" cy="5589274"/>
            <a:chOff x="0" y="0"/>
            <a:chExt cx="516597" cy="5810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6597" cy="581091"/>
            </a:xfrm>
            <a:custGeom>
              <a:avLst/>
              <a:gdLst/>
              <a:ahLst/>
              <a:cxnLst/>
              <a:rect r="r" b="b" t="t" l="l"/>
              <a:pathLst>
                <a:path h="581091" w="516597">
                  <a:moveTo>
                    <a:pt x="74787" y="0"/>
                  </a:moveTo>
                  <a:lnTo>
                    <a:pt x="441810" y="0"/>
                  </a:lnTo>
                  <a:cubicBezTo>
                    <a:pt x="483114" y="0"/>
                    <a:pt x="516597" y="33483"/>
                    <a:pt x="516597" y="74787"/>
                  </a:cubicBezTo>
                  <a:lnTo>
                    <a:pt x="516597" y="506304"/>
                  </a:lnTo>
                  <a:cubicBezTo>
                    <a:pt x="516597" y="547607"/>
                    <a:pt x="483114" y="581091"/>
                    <a:pt x="441810" y="581091"/>
                  </a:cubicBezTo>
                  <a:lnTo>
                    <a:pt x="74787" y="581091"/>
                  </a:lnTo>
                  <a:cubicBezTo>
                    <a:pt x="33483" y="581091"/>
                    <a:pt x="0" y="547607"/>
                    <a:pt x="0" y="506304"/>
                  </a:cubicBezTo>
                  <a:lnTo>
                    <a:pt x="0" y="74787"/>
                  </a:lnTo>
                  <a:cubicBezTo>
                    <a:pt x="0" y="33483"/>
                    <a:pt x="33483" y="0"/>
                    <a:pt x="74787" y="0"/>
                  </a:cubicBezTo>
                  <a:close/>
                </a:path>
              </a:pathLst>
            </a:custGeom>
            <a:blipFill>
              <a:blip r:embed="rId8"/>
              <a:stretch>
                <a:fillRect l="-34257" t="0" r="-34257" b="0"/>
              </a:stretch>
            </a:blipFill>
            <a:ln w="95250" cap="rnd">
              <a:solidFill>
                <a:srgbClr val="1DFFF1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606259" y="6102694"/>
            <a:ext cx="4014624" cy="2110748"/>
            <a:chOff x="0" y="0"/>
            <a:chExt cx="1057349" cy="5559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7350" cy="555917"/>
            </a:xfrm>
            <a:custGeom>
              <a:avLst/>
              <a:gdLst/>
              <a:ahLst/>
              <a:cxnLst/>
              <a:rect r="r" b="b" t="t" l="l"/>
              <a:pathLst>
                <a:path h="555917" w="1057350">
                  <a:moveTo>
                    <a:pt x="80994" y="0"/>
                  </a:moveTo>
                  <a:lnTo>
                    <a:pt x="976355" y="0"/>
                  </a:lnTo>
                  <a:cubicBezTo>
                    <a:pt x="1021087" y="0"/>
                    <a:pt x="1057350" y="36262"/>
                    <a:pt x="1057350" y="80994"/>
                  </a:cubicBezTo>
                  <a:lnTo>
                    <a:pt x="1057350" y="474923"/>
                  </a:lnTo>
                  <a:cubicBezTo>
                    <a:pt x="1057350" y="519655"/>
                    <a:pt x="1021087" y="555917"/>
                    <a:pt x="976355" y="555917"/>
                  </a:cubicBezTo>
                  <a:lnTo>
                    <a:pt x="80994" y="555917"/>
                  </a:lnTo>
                  <a:cubicBezTo>
                    <a:pt x="36262" y="555917"/>
                    <a:pt x="0" y="519655"/>
                    <a:pt x="0" y="474923"/>
                  </a:cubicBezTo>
                  <a:lnTo>
                    <a:pt x="0" y="80994"/>
                  </a:lnTo>
                  <a:cubicBezTo>
                    <a:pt x="0" y="36262"/>
                    <a:pt x="36262" y="0"/>
                    <a:pt x="80994" y="0"/>
                  </a:cubicBezTo>
                  <a:close/>
                </a:path>
              </a:pathLst>
            </a:custGeom>
            <a:solidFill>
              <a:srgbClr val="1DFF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38100"/>
              <a:ext cx="1057349" cy="517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56688" y="2092921"/>
            <a:ext cx="4014624" cy="2110748"/>
            <a:chOff x="0" y="0"/>
            <a:chExt cx="1057349" cy="5559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7350" cy="555917"/>
            </a:xfrm>
            <a:custGeom>
              <a:avLst/>
              <a:gdLst/>
              <a:ahLst/>
              <a:cxnLst/>
              <a:rect r="r" b="b" t="t" l="l"/>
              <a:pathLst>
                <a:path h="555917" w="1057350">
                  <a:moveTo>
                    <a:pt x="80994" y="0"/>
                  </a:moveTo>
                  <a:lnTo>
                    <a:pt x="976355" y="0"/>
                  </a:lnTo>
                  <a:cubicBezTo>
                    <a:pt x="1021087" y="0"/>
                    <a:pt x="1057350" y="36262"/>
                    <a:pt x="1057350" y="80994"/>
                  </a:cubicBezTo>
                  <a:lnTo>
                    <a:pt x="1057350" y="474923"/>
                  </a:lnTo>
                  <a:cubicBezTo>
                    <a:pt x="1057350" y="519655"/>
                    <a:pt x="1021087" y="555917"/>
                    <a:pt x="976355" y="555917"/>
                  </a:cubicBezTo>
                  <a:lnTo>
                    <a:pt x="80994" y="555917"/>
                  </a:lnTo>
                  <a:cubicBezTo>
                    <a:pt x="36262" y="555917"/>
                    <a:pt x="0" y="519655"/>
                    <a:pt x="0" y="474923"/>
                  </a:cubicBezTo>
                  <a:lnTo>
                    <a:pt x="0" y="80994"/>
                  </a:lnTo>
                  <a:cubicBezTo>
                    <a:pt x="0" y="36262"/>
                    <a:pt x="36262" y="0"/>
                    <a:pt x="80994" y="0"/>
                  </a:cubicBezTo>
                  <a:close/>
                </a:path>
              </a:pathLst>
            </a:custGeom>
            <a:solidFill>
              <a:srgbClr val="1DFFF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38100"/>
              <a:ext cx="1057349" cy="517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1559343">
            <a:off x="13818992" y="7091508"/>
            <a:ext cx="3990064" cy="1866788"/>
          </a:xfrm>
          <a:custGeom>
            <a:avLst/>
            <a:gdLst/>
            <a:ahLst/>
            <a:cxnLst/>
            <a:rect r="r" b="b" t="t" l="l"/>
            <a:pathLst>
              <a:path h="1866788" w="3990064">
                <a:moveTo>
                  <a:pt x="3990064" y="0"/>
                </a:moveTo>
                <a:lnTo>
                  <a:pt x="0" y="0"/>
                </a:lnTo>
                <a:lnTo>
                  <a:pt x="0" y="1866788"/>
                </a:lnTo>
                <a:lnTo>
                  <a:pt x="3990064" y="1866788"/>
                </a:lnTo>
                <a:lnTo>
                  <a:pt x="3990064" y="0"/>
                </a:lnTo>
                <a:close/>
              </a:path>
            </a:pathLst>
          </a:custGeom>
          <a:blipFill>
            <a:blip r:embed="rId2"/>
            <a:stretch>
              <a:fillRect l="0" t="-115188" r="-9809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681853" y="9296400"/>
            <a:ext cx="5774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631389"/>
            <a:ext cx="405765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PRÓXIMA ETAPA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72060" y="6563167"/>
            <a:ext cx="2883021" cy="84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8"/>
              </a:lnSpc>
            </a:pPr>
            <a:r>
              <a:rPr lang="en-US" sz="612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88188" y="2361635"/>
            <a:ext cx="2883021" cy="84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8"/>
              </a:lnSpc>
            </a:pPr>
            <a:r>
              <a:rPr lang="en-US" sz="612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2252945"/>
            <a:ext cx="6439783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PASOS </a:t>
            </a:r>
          </a:p>
          <a:p>
            <a:pPr algn="l">
              <a:lnSpc>
                <a:spcPts val="7875"/>
              </a:lnSpc>
            </a:pPr>
            <a:r>
              <a:rPr lang="en-US" sz="750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Anton"/>
                <a:ea typeface="Anton"/>
                <a:cs typeface="Anton"/>
                <a:sym typeface="Anton"/>
              </a:rPr>
              <a:t>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9074" y="4201608"/>
            <a:ext cx="61779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>
                <a:solidFill>
                  <a:srgbClr val="1DFFF1"/>
                </a:solidFill>
                <a:latin typeface="Anton"/>
                <a:ea typeface="Anton"/>
                <a:cs typeface="Anton"/>
                <a:sym typeface="Anton"/>
              </a:rPr>
              <a:t>SEGUIR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9074" y="6087704"/>
            <a:ext cx="5400330" cy="200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Lleva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 el tótem a un gimnasio real para validarlo con usuarios, entrenar el modelo de IA con datos etiquetados por un profesional y medir el rendimiento del sistema.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825640" y="7392494"/>
            <a:ext cx="3575863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>
                    <a:alpha val="6392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000">
                <a:solidFill>
                  <a:srgbClr val="000000">
                    <a:alpha val="6392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ntrenar el modelo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76069" y="3182696"/>
            <a:ext cx="3575863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>
                    <a:alpha val="6392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Piloteo en gimnasio Duoc UC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-382867">
            <a:off x="6426215" y="1370656"/>
            <a:ext cx="4341281" cy="2031109"/>
          </a:xfrm>
          <a:custGeom>
            <a:avLst/>
            <a:gdLst/>
            <a:ahLst/>
            <a:cxnLst/>
            <a:rect r="r" b="b" t="t" l="l"/>
            <a:pathLst>
              <a:path h="2031109" w="4341281">
                <a:moveTo>
                  <a:pt x="0" y="0"/>
                </a:moveTo>
                <a:lnTo>
                  <a:pt x="4341281" y="0"/>
                </a:lnTo>
                <a:lnTo>
                  <a:pt x="4341281" y="2031109"/>
                </a:lnTo>
                <a:lnTo>
                  <a:pt x="0" y="2031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5188" r="-9809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792480" y="2092921"/>
            <a:ext cx="827954" cy="970948"/>
          </a:xfrm>
          <a:custGeom>
            <a:avLst/>
            <a:gdLst/>
            <a:ahLst/>
            <a:cxnLst/>
            <a:rect r="r" b="b" t="t" l="l"/>
            <a:pathLst>
              <a:path h="970948" w="827954">
                <a:moveTo>
                  <a:pt x="0" y="0"/>
                </a:moveTo>
                <a:lnTo>
                  <a:pt x="827953" y="0"/>
                </a:lnTo>
                <a:lnTo>
                  <a:pt x="827953" y="970948"/>
                </a:lnTo>
                <a:lnTo>
                  <a:pt x="0" y="9709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389485" y="8034470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49"/>
                </a:lnTo>
                <a:lnTo>
                  <a:pt x="0" y="12653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435104" y="2275910"/>
            <a:ext cx="515874" cy="604969"/>
          </a:xfrm>
          <a:custGeom>
            <a:avLst/>
            <a:gdLst/>
            <a:ahLst/>
            <a:cxnLst/>
            <a:rect r="r" b="b" t="t" l="l"/>
            <a:pathLst>
              <a:path h="604969" w="515874">
                <a:moveTo>
                  <a:pt x="0" y="0"/>
                </a:moveTo>
                <a:lnTo>
                  <a:pt x="515874" y="0"/>
                </a:lnTo>
                <a:lnTo>
                  <a:pt x="515874" y="604970"/>
                </a:lnTo>
                <a:lnTo>
                  <a:pt x="0" y="6049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923749" y="8272943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3"/>
                </a:lnTo>
                <a:lnTo>
                  <a:pt x="0" y="7884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27453" y="273118"/>
            <a:ext cx="3542299" cy="1511164"/>
          </a:xfrm>
          <a:custGeom>
            <a:avLst/>
            <a:gdLst/>
            <a:ahLst/>
            <a:cxnLst/>
            <a:rect r="r" b="b" t="t" l="l"/>
            <a:pathLst>
              <a:path h="1511164" w="3542299">
                <a:moveTo>
                  <a:pt x="0" y="0"/>
                </a:moveTo>
                <a:lnTo>
                  <a:pt x="3542298" y="0"/>
                </a:lnTo>
                <a:lnTo>
                  <a:pt x="3542298" y="1511164"/>
                </a:lnTo>
                <a:lnTo>
                  <a:pt x="0" y="151116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0" y="9207320"/>
            <a:ext cx="6650760" cy="1051296"/>
          </a:xfrm>
          <a:custGeom>
            <a:avLst/>
            <a:gdLst/>
            <a:ahLst/>
            <a:cxnLst/>
            <a:rect r="r" b="b" t="t" l="l"/>
            <a:pathLst>
              <a:path h="1051296" w="6650760">
                <a:moveTo>
                  <a:pt x="0" y="0"/>
                </a:moveTo>
                <a:lnTo>
                  <a:pt x="6650760" y="0"/>
                </a:lnTo>
                <a:lnTo>
                  <a:pt x="6650760" y="1051296"/>
                </a:lnTo>
                <a:lnTo>
                  <a:pt x="0" y="105129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15626" r="0" b="-4253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5719" y="-7795719"/>
            <a:ext cx="15591438" cy="15591438"/>
          </a:xfrm>
          <a:custGeom>
            <a:avLst/>
            <a:gdLst/>
            <a:ahLst/>
            <a:cxnLst/>
            <a:rect r="r" b="b" t="t" l="l"/>
            <a:pathLst>
              <a:path h="15591438" w="15591438">
                <a:moveTo>
                  <a:pt x="0" y="0"/>
                </a:moveTo>
                <a:lnTo>
                  <a:pt x="15591438" y="0"/>
                </a:lnTo>
                <a:lnTo>
                  <a:pt x="15591438" y="15591438"/>
                </a:lnTo>
                <a:lnTo>
                  <a:pt x="0" y="1559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27769" y="736398"/>
            <a:ext cx="234530" cy="213129"/>
          </a:xfrm>
          <a:custGeom>
            <a:avLst/>
            <a:gdLst/>
            <a:ahLst/>
            <a:cxnLst/>
            <a:rect r="r" b="b" t="t" l="l"/>
            <a:pathLst>
              <a:path h="213129" w="234530">
                <a:moveTo>
                  <a:pt x="0" y="0"/>
                </a:moveTo>
                <a:lnTo>
                  <a:pt x="234530" y="0"/>
                </a:lnTo>
                <a:lnTo>
                  <a:pt x="234530" y="213129"/>
                </a:lnTo>
                <a:lnTo>
                  <a:pt x="0" y="213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43727" y="4142727"/>
            <a:ext cx="12288547" cy="12288547"/>
          </a:xfrm>
          <a:custGeom>
            <a:avLst/>
            <a:gdLst/>
            <a:ahLst/>
            <a:cxnLst/>
            <a:rect r="r" b="b" t="t" l="l"/>
            <a:pathLst>
              <a:path h="12288547" w="12288547">
                <a:moveTo>
                  <a:pt x="0" y="0"/>
                </a:moveTo>
                <a:lnTo>
                  <a:pt x="12288546" y="0"/>
                </a:lnTo>
                <a:lnTo>
                  <a:pt x="12288546" y="12288546"/>
                </a:lnTo>
                <a:lnTo>
                  <a:pt x="0" y="12288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89088" y="552450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51202" y="8662138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49"/>
                </a:lnTo>
                <a:lnTo>
                  <a:pt x="0" y="12653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23352" y="790924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85466" y="8900611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3"/>
                </a:lnTo>
                <a:lnTo>
                  <a:pt x="0" y="7884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7453" y="273118"/>
            <a:ext cx="3542299" cy="1511164"/>
          </a:xfrm>
          <a:custGeom>
            <a:avLst/>
            <a:gdLst/>
            <a:ahLst/>
            <a:cxnLst/>
            <a:rect r="r" b="b" t="t" l="l"/>
            <a:pathLst>
              <a:path h="1511164" w="3542299">
                <a:moveTo>
                  <a:pt x="0" y="0"/>
                </a:moveTo>
                <a:lnTo>
                  <a:pt x="3542298" y="0"/>
                </a:lnTo>
                <a:lnTo>
                  <a:pt x="3542298" y="1511164"/>
                </a:lnTo>
                <a:lnTo>
                  <a:pt x="0" y="15111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9258300"/>
            <a:ext cx="6650760" cy="1051296"/>
          </a:xfrm>
          <a:custGeom>
            <a:avLst/>
            <a:gdLst/>
            <a:ahLst/>
            <a:cxnLst/>
            <a:rect r="r" b="b" t="t" l="l"/>
            <a:pathLst>
              <a:path h="1051296" w="6650760">
                <a:moveTo>
                  <a:pt x="0" y="0"/>
                </a:moveTo>
                <a:lnTo>
                  <a:pt x="6650760" y="0"/>
                </a:lnTo>
                <a:lnTo>
                  <a:pt x="6650760" y="1051296"/>
                </a:lnTo>
                <a:lnTo>
                  <a:pt x="0" y="10512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15626" r="0" b="-4253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8685" y="1823622"/>
            <a:ext cx="16296349" cy="7679655"/>
          </a:xfrm>
          <a:custGeom>
            <a:avLst/>
            <a:gdLst/>
            <a:ahLst/>
            <a:cxnLst/>
            <a:rect r="r" b="b" t="t" l="l"/>
            <a:pathLst>
              <a:path h="7679655" w="16296349">
                <a:moveTo>
                  <a:pt x="0" y="0"/>
                </a:moveTo>
                <a:lnTo>
                  <a:pt x="16296349" y="0"/>
                </a:lnTo>
                <a:lnTo>
                  <a:pt x="16296349" y="7679654"/>
                </a:lnTo>
                <a:lnTo>
                  <a:pt x="0" y="76796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027769" y="9541376"/>
            <a:ext cx="5774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26395" y="387418"/>
            <a:ext cx="7370698" cy="9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73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ARQUITECTURA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37262" y="1382651"/>
            <a:ext cx="6018035" cy="9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7300">
                <a:solidFill>
                  <a:srgbClr val="1DFFF1"/>
                </a:solidFill>
                <a:latin typeface="Anton"/>
                <a:ea typeface="Anton"/>
                <a:cs typeface="Anton"/>
                <a:sym typeface="Anton"/>
              </a:rPr>
              <a:t>DEL PROYECTO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5719" y="-7795719"/>
            <a:ext cx="15591438" cy="15591438"/>
          </a:xfrm>
          <a:custGeom>
            <a:avLst/>
            <a:gdLst/>
            <a:ahLst/>
            <a:cxnLst/>
            <a:rect r="r" b="b" t="t" l="l"/>
            <a:pathLst>
              <a:path h="15591438" w="15591438">
                <a:moveTo>
                  <a:pt x="0" y="0"/>
                </a:moveTo>
                <a:lnTo>
                  <a:pt x="15591438" y="0"/>
                </a:lnTo>
                <a:lnTo>
                  <a:pt x="15591438" y="15591438"/>
                </a:lnTo>
                <a:lnTo>
                  <a:pt x="0" y="1559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43727" y="4142727"/>
            <a:ext cx="12288547" cy="12288547"/>
          </a:xfrm>
          <a:custGeom>
            <a:avLst/>
            <a:gdLst/>
            <a:ahLst/>
            <a:cxnLst/>
            <a:rect r="r" b="b" t="t" l="l"/>
            <a:pathLst>
              <a:path h="12288547" w="12288547">
                <a:moveTo>
                  <a:pt x="0" y="0"/>
                </a:moveTo>
                <a:lnTo>
                  <a:pt x="12288546" y="0"/>
                </a:lnTo>
                <a:lnTo>
                  <a:pt x="12288546" y="12288546"/>
                </a:lnTo>
                <a:lnTo>
                  <a:pt x="0" y="12288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76730" y="552450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51202" y="8662138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49"/>
                </a:lnTo>
                <a:lnTo>
                  <a:pt x="0" y="12653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10994" y="790924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85466" y="8900611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3"/>
                </a:lnTo>
                <a:lnTo>
                  <a:pt x="0" y="788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7453" y="273118"/>
            <a:ext cx="3542299" cy="1511164"/>
          </a:xfrm>
          <a:custGeom>
            <a:avLst/>
            <a:gdLst/>
            <a:ahLst/>
            <a:cxnLst/>
            <a:rect r="r" b="b" t="t" l="l"/>
            <a:pathLst>
              <a:path h="1511164" w="3542299">
                <a:moveTo>
                  <a:pt x="0" y="0"/>
                </a:moveTo>
                <a:lnTo>
                  <a:pt x="3542298" y="0"/>
                </a:lnTo>
                <a:lnTo>
                  <a:pt x="3542298" y="1511164"/>
                </a:lnTo>
                <a:lnTo>
                  <a:pt x="0" y="15111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457758" y="332362"/>
            <a:ext cx="6650760" cy="1051296"/>
          </a:xfrm>
          <a:custGeom>
            <a:avLst/>
            <a:gdLst/>
            <a:ahLst/>
            <a:cxnLst/>
            <a:rect r="r" b="b" t="t" l="l"/>
            <a:pathLst>
              <a:path h="1051296" w="6650760">
                <a:moveTo>
                  <a:pt x="0" y="0"/>
                </a:moveTo>
                <a:lnTo>
                  <a:pt x="6650760" y="0"/>
                </a:lnTo>
                <a:lnTo>
                  <a:pt x="6650760" y="1051297"/>
                </a:lnTo>
                <a:lnTo>
                  <a:pt x="0" y="10512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5626" r="0" b="-4253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00829" y="3005128"/>
            <a:ext cx="17286342" cy="7281872"/>
          </a:xfrm>
          <a:custGeom>
            <a:avLst/>
            <a:gdLst/>
            <a:ahLst/>
            <a:cxnLst/>
            <a:rect r="r" b="b" t="t" l="l"/>
            <a:pathLst>
              <a:path h="7281872" w="17286342">
                <a:moveTo>
                  <a:pt x="0" y="0"/>
                </a:moveTo>
                <a:lnTo>
                  <a:pt x="17286342" y="0"/>
                </a:lnTo>
                <a:lnTo>
                  <a:pt x="17286342" y="7281872"/>
                </a:lnTo>
                <a:lnTo>
                  <a:pt x="0" y="7281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691378" y="9296400"/>
            <a:ext cx="5774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14037" y="387418"/>
            <a:ext cx="7370698" cy="9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73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MODELO 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14037" y="1366012"/>
            <a:ext cx="6018035" cy="9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7300">
                <a:solidFill>
                  <a:srgbClr val="1DFFF1"/>
                </a:solidFill>
                <a:latin typeface="Anton"/>
                <a:ea typeface="Anton"/>
                <a:cs typeface="Anton"/>
                <a:sym typeface="Anton"/>
              </a:rPr>
              <a:t>DATOS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5719" y="-7795719"/>
            <a:ext cx="15591438" cy="15591438"/>
          </a:xfrm>
          <a:custGeom>
            <a:avLst/>
            <a:gdLst/>
            <a:ahLst/>
            <a:cxnLst/>
            <a:rect r="r" b="b" t="t" l="l"/>
            <a:pathLst>
              <a:path h="15591438" w="15591438">
                <a:moveTo>
                  <a:pt x="0" y="0"/>
                </a:moveTo>
                <a:lnTo>
                  <a:pt x="15591438" y="0"/>
                </a:lnTo>
                <a:lnTo>
                  <a:pt x="15591438" y="15591438"/>
                </a:lnTo>
                <a:lnTo>
                  <a:pt x="0" y="1559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43727" y="4142727"/>
            <a:ext cx="12288547" cy="12288547"/>
          </a:xfrm>
          <a:custGeom>
            <a:avLst/>
            <a:gdLst/>
            <a:ahLst/>
            <a:cxnLst/>
            <a:rect r="r" b="b" t="t" l="l"/>
            <a:pathLst>
              <a:path h="12288547" w="12288547">
                <a:moveTo>
                  <a:pt x="0" y="0"/>
                </a:moveTo>
                <a:lnTo>
                  <a:pt x="12288546" y="0"/>
                </a:lnTo>
                <a:lnTo>
                  <a:pt x="12288546" y="12288546"/>
                </a:lnTo>
                <a:lnTo>
                  <a:pt x="0" y="12288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89088" y="552450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51202" y="8662138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49"/>
                </a:lnTo>
                <a:lnTo>
                  <a:pt x="0" y="12653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23352" y="790924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85466" y="8900611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3"/>
                </a:lnTo>
                <a:lnTo>
                  <a:pt x="0" y="788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149079" y="8874193"/>
            <a:ext cx="3542299" cy="1511164"/>
          </a:xfrm>
          <a:custGeom>
            <a:avLst/>
            <a:gdLst/>
            <a:ahLst/>
            <a:cxnLst/>
            <a:rect r="r" b="b" t="t" l="l"/>
            <a:pathLst>
              <a:path h="1511164" w="3542299">
                <a:moveTo>
                  <a:pt x="0" y="0"/>
                </a:moveTo>
                <a:lnTo>
                  <a:pt x="3542299" y="0"/>
                </a:lnTo>
                <a:lnTo>
                  <a:pt x="3542299" y="1511164"/>
                </a:lnTo>
                <a:lnTo>
                  <a:pt x="0" y="15111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9207320"/>
            <a:ext cx="6650760" cy="1051296"/>
          </a:xfrm>
          <a:custGeom>
            <a:avLst/>
            <a:gdLst/>
            <a:ahLst/>
            <a:cxnLst/>
            <a:rect r="r" b="b" t="t" l="l"/>
            <a:pathLst>
              <a:path h="1051296" w="6650760">
                <a:moveTo>
                  <a:pt x="0" y="0"/>
                </a:moveTo>
                <a:lnTo>
                  <a:pt x="6650760" y="0"/>
                </a:lnTo>
                <a:lnTo>
                  <a:pt x="6650760" y="1051296"/>
                </a:lnTo>
                <a:lnTo>
                  <a:pt x="0" y="10512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5626" r="0" b="-4253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691378" y="9296400"/>
            <a:ext cx="5774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11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00829" y="0"/>
            <a:ext cx="17286342" cy="7277098"/>
          </a:xfrm>
          <a:custGeom>
            <a:avLst/>
            <a:gdLst/>
            <a:ahLst/>
            <a:cxnLst/>
            <a:rect r="r" b="b" t="t" l="l"/>
            <a:pathLst>
              <a:path h="7277098" w="17286342">
                <a:moveTo>
                  <a:pt x="0" y="0"/>
                </a:moveTo>
                <a:lnTo>
                  <a:pt x="17286342" y="0"/>
                </a:lnTo>
                <a:lnTo>
                  <a:pt x="17286342" y="7277098"/>
                </a:lnTo>
                <a:lnTo>
                  <a:pt x="0" y="72770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5483" r="-497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5719" y="-7795719"/>
            <a:ext cx="15591438" cy="15591438"/>
          </a:xfrm>
          <a:custGeom>
            <a:avLst/>
            <a:gdLst/>
            <a:ahLst/>
            <a:cxnLst/>
            <a:rect r="r" b="b" t="t" l="l"/>
            <a:pathLst>
              <a:path h="15591438" w="15591438">
                <a:moveTo>
                  <a:pt x="0" y="0"/>
                </a:moveTo>
                <a:lnTo>
                  <a:pt x="15591438" y="0"/>
                </a:lnTo>
                <a:lnTo>
                  <a:pt x="15591438" y="15591438"/>
                </a:lnTo>
                <a:lnTo>
                  <a:pt x="0" y="1559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27769" y="736398"/>
            <a:ext cx="234530" cy="213129"/>
          </a:xfrm>
          <a:custGeom>
            <a:avLst/>
            <a:gdLst/>
            <a:ahLst/>
            <a:cxnLst/>
            <a:rect r="r" b="b" t="t" l="l"/>
            <a:pathLst>
              <a:path h="213129" w="234530">
                <a:moveTo>
                  <a:pt x="0" y="0"/>
                </a:moveTo>
                <a:lnTo>
                  <a:pt x="234530" y="0"/>
                </a:lnTo>
                <a:lnTo>
                  <a:pt x="234530" y="213129"/>
                </a:lnTo>
                <a:lnTo>
                  <a:pt x="0" y="213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43727" y="4142727"/>
            <a:ext cx="12288547" cy="12288547"/>
          </a:xfrm>
          <a:custGeom>
            <a:avLst/>
            <a:gdLst/>
            <a:ahLst/>
            <a:cxnLst/>
            <a:rect r="r" b="b" t="t" l="l"/>
            <a:pathLst>
              <a:path h="12288547" w="12288547">
                <a:moveTo>
                  <a:pt x="0" y="0"/>
                </a:moveTo>
                <a:lnTo>
                  <a:pt x="12288546" y="0"/>
                </a:lnTo>
                <a:lnTo>
                  <a:pt x="12288546" y="12288546"/>
                </a:lnTo>
                <a:lnTo>
                  <a:pt x="0" y="12288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89088" y="552450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51202" y="8662138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49"/>
                </a:lnTo>
                <a:lnTo>
                  <a:pt x="0" y="12653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23352" y="790924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85466" y="8900611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3"/>
                </a:lnTo>
                <a:lnTo>
                  <a:pt x="0" y="7884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894389" y="2576568"/>
            <a:ext cx="13126739" cy="5948054"/>
          </a:xfrm>
          <a:custGeom>
            <a:avLst/>
            <a:gdLst/>
            <a:ahLst/>
            <a:cxnLst/>
            <a:rect r="r" b="b" t="t" l="l"/>
            <a:pathLst>
              <a:path h="5948054" w="13126739">
                <a:moveTo>
                  <a:pt x="0" y="0"/>
                </a:moveTo>
                <a:lnTo>
                  <a:pt x="13126739" y="0"/>
                </a:lnTo>
                <a:lnTo>
                  <a:pt x="13126739" y="5948053"/>
                </a:lnTo>
                <a:lnTo>
                  <a:pt x="0" y="59480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691378" y="9296400"/>
            <a:ext cx="5774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4403" y="4554354"/>
            <a:ext cx="7370698" cy="9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73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TECNOLOGÍAS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4403" y="5664894"/>
            <a:ext cx="6018035" cy="9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7300">
                <a:solidFill>
                  <a:srgbClr val="1DFFF1"/>
                </a:solidFill>
                <a:latin typeface="Anton"/>
                <a:ea typeface="Anton"/>
                <a:cs typeface="Anton"/>
                <a:sym typeface="Anton"/>
              </a:rPr>
              <a:t>USADAS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27453" y="273118"/>
            <a:ext cx="3542299" cy="1511164"/>
          </a:xfrm>
          <a:custGeom>
            <a:avLst/>
            <a:gdLst/>
            <a:ahLst/>
            <a:cxnLst/>
            <a:rect r="r" b="b" t="t" l="l"/>
            <a:pathLst>
              <a:path h="1511164" w="3542299">
                <a:moveTo>
                  <a:pt x="0" y="0"/>
                </a:moveTo>
                <a:lnTo>
                  <a:pt x="3542298" y="0"/>
                </a:lnTo>
                <a:lnTo>
                  <a:pt x="3542298" y="1511164"/>
                </a:lnTo>
                <a:lnTo>
                  <a:pt x="0" y="15111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9207320"/>
            <a:ext cx="6650760" cy="1051296"/>
          </a:xfrm>
          <a:custGeom>
            <a:avLst/>
            <a:gdLst/>
            <a:ahLst/>
            <a:cxnLst/>
            <a:rect r="r" b="b" t="t" l="l"/>
            <a:pathLst>
              <a:path h="1051296" w="6650760">
                <a:moveTo>
                  <a:pt x="0" y="0"/>
                </a:moveTo>
                <a:lnTo>
                  <a:pt x="6650760" y="0"/>
                </a:lnTo>
                <a:lnTo>
                  <a:pt x="6650760" y="1051296"/>
                </a:lnTo>
                <a:lnTo>
                  <a:pt x="0" y="10512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5626" r="0" b="-4253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203819" y="-6353208"/>
            <a:ext cx="15591438" cy="15591438"/>
          </a:xfrm>
          <a:custGeom>
            <a:avLst/>
            <a:gdLst/>
            <a:ahLst/>
            <a:cxnLst/>
            <a:rect r="r" b="b" t="t" l="l"/>
            <a:pathLst>
              <a:path h="15591438" w="15591438">
                <a:moveTo>
                  <a:pt x="0" y="0"/>
                </a:moveTo>
                <a:lnTo>
                  <a:pt x="15591438" y="0"/>
                </a:lnTo>
                <a:lnTo>
                  <a:pt x="15591438" y="15591438"/>
                </a:lnTo>
                <a:lnTo>
                  <a:pt x="0" y="1559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5179">
            <a:off x="169050" y="4651936"/>
            <a:ext cx="2175992" cy="2388911"/>
          </a:xfrm>
          <a:custGeom>
            <a:avLst/>
            <a:gdLst/>
            <a:ahLst/>
            <a:cxnLst/>
            <a:rect r="r" b="b" t="t" l="l"/>
            <a:pathLst>
              <a:path h="2388911" w="2175992">
                <a:moveTo>
                  <a:pt x="0" y="0"/>
                </a:moveTo>
                <a:lnTo>
                  <a:pt x="2175992" y="0"/>
                </a:lnTo>
                <a:lnTo>
                  <a:pt x="2175992" y="2388911"/>
                </a:lnTo>
                <a:lnTo>
                  <a:pt x="0" y="2388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95207" b="-8295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55216" y="4340089"/>
            <a:ext cx="12288547" cy="12288547"/>
          </a:xfrm>
          <a:custGeom>
            <a:avLst/>
            <a:gdLst/>
            <a:ahLst/>
            <a:cxnLst/>
            <a:rect r="r" b="b" t="t" l="l"/>
            <a:pathLst>
              <a:path h="12288547" w="12288547">
                <a:moveTo>
                  <a:pt x="0" y="0"/>
                </a:moveTo>
                <a:lnTo>
                  <a:pt x="12288547" y="0"/>
                </a:lnTo>
                <a:lnTo>
                  <a:pt x="12288547" y="12288547"/>
                </a:lnTo>
                <a:lnTo>
                  <a:pt x="0" y="12288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4170427">
            <a:off x="14183514" y="6775493"/>
            <a:ext cx="3531825" cy="2195644"/>
          </a:xfrm>
          <a:custGeom>
            <a:avLst/>
            <a:gdLst/>
            <a:ahLst/>
            <a:cxnLst/>
            <a:rect r="r" b="b" t="t" l="l"/>
            <a:pathLst>
              <a:path h="2195644" w="3531825">
                <a:moveTo>
                  <a:pt x="3531824" y="0"/>
                </a:moveTo>
                <a:lnTo>
                  <a:pt x="0" y="0"/>
                </a:lnTo>
                <a:lnTo>
                  <a:pt x="0" y="2195644"/>
                </a:lnTo>
                <a:lnTo>
                  <a:pt x="3531824" y="2195644"/>
                </a:lnTo>
                <a:lnTo>
                  <a:pt x="3531824" y="0"/>
                </a:lnTo>
                <a:close/>
              </a:path>
            </a:pathLst>
          </a:custGeom>
          <a:blipFill>
            <a:blip r:embed="rId4"/>
            <a:stretch>
              <a:fillRect l="0" t="0" r="-123792" b="-8295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27769" y="736398"/>
            <a:ext cx="234530" cy="213129"/>
          </a:xfrm>
          <a:custGeom>
            <a:avLst/>
            <a:gdLst/>
            <a:ahLst/>
            <a:cxnLst/>
            <a:rect r="r" b="b" t="t" l="l"/>
            <a:pathLst>
              <a:path h="213129" w="234530">
                <a:moveTo>
                  <a:pt x="0" y="0"/>
                </a:moveTo>
                <a:lnTo>
                  <a:pt x="234530" y="0"/>
                </a:lnTo>
                <a:lnTo>
                  <a:pt x="234530" y="213129"/>
                </a:lnTo>
                <a:lnTo>
                  <a:pt x="0" y="213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08498" y="2794065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9" y="0"/>
                </a:lnTo>
                <a:lnTo>
                  <a:pt x="1078999" y="1265349"/>
                </a:lnTo>
                <a:lnTo>
                  <a:pt x="0" y="12653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43663" y="600902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42763" y="3032538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3"/>
                </a:lnTo>
                <a:lnTo>
                  <a:pt x="0" y="7884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677927" y="839375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3" y="0"/>
                </a:lnTo>
                <a:lnTo>
                  <a:pt x="672293" y="788403"/>
                </a:lnTo>
                <a:lnTo>
                  <a:pt x="0" y="7884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25179">
            <a:off x="258670" y="6999608"/>
            <a:ext cx="4341281" cy="2031109"/>
          </a:xfrm>
          <a:custGeom>
            <a:avLst/>
            <a:gdLst/>
            <a:ahLst/>
            <a:cxnLst/>
            <a:rect r="r" b="b" t="t" l="l"/>
            <a:pathLst>
              <a:path h="2031109" w="4341281">
                <a:moveTo>
                  <a:pt x="0" y="0"/>
                </a:moveTo>
                <a:lnTo>
                  <a:pt x="4341281" y="0"/>
                </a:lnTo>
                <a:lnTo>
                  <a:pt x="4341281" y="2031108"/>
                </a:lnTo>
                <a:lnTo>
                  <a:pt x="0" y="2031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5188" r="-9809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4170427">
            <a:off x="11971509" y="7436411"/>
            <a:ext cx="3990064" cy="1866788"/>
          </a:xfrm>
          <a:custGeom>
            <a:avLst/>
            <a:gdLst/>
            <a:ahLst/>
            <a:cxnLst/>
            <a:rect r="r" b="b" t="t" l="l"/>
            <a:pathLst>
              <a:path h="1866788" w="3990064">
                <a:moveTo>
                  <a:pt x="3990064" y="0"/>
                </a:moveTo>
                <a:lnTo>
                  <a:pt x="0" y="0"/>
                </a:lnTo>
                <a:lnTo>
                  <a:pt x="0" y="1866789"/>
                </a:lnTo>
                <a:lnTo>
                  <a:pt x="3990064" y="1866789"/>
                </a:lnTo>
                <a:lnTo>
                  <a:pt x="3990064" y="0"/>
                </a:lnTo>
                <a:close/>
              </a:path>
            </a:pathLst>
          </a:custGeom>
          <a:blipFill>
            <a:blip r:embed="rId4"/>
            <a:stretch>
              <a:fillRect l="0" t="-115188" r="-9809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681853" y="9296400"/>
            <a:ext cx="5774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20600" y="4118388"/>
            <a:ext cx="858509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5"/>
              </a:lnSpc>
            </a:pPr>
            <a:r>
              <a:rPr lang="en-US" sz="7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DEMOSTRACIÓN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20600" y="5118513"/>
            <a:ext cx="81153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5"/>
              </a:lnSpc>
            </a:pPr>
            <a:r>
              <a:rPr lang="en-US" sz="7500">
                <a:solidFill>
                  <a:srgbClr val="1DFFF1"/>
                </a:solidFill>
                <a:latin typeface="Anton"/>
                <a:ea typeface="Anton"/>
                <a:cs typeface="Anton"/>
                <a:sym typeface="Anton"/>
              </a:rPr>
              <a:t>TOTEM FIT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27453" y="273118"/>
            <a:ext cx="3542299" cy="1511164"/>
          </a:xfrm>
          <a:custGeom>
            <a:avLst/>
            <a:gdLst/>
            <a:ahLst/>
            <a:cxnLst/>
            <a:rect r="r" b="b" t="t" l="l"/>
            <a:pathLst>
              <a:path h="1511164" w="3542299">
                <a:moveTo>
                  <a:pt x="0" y="0"/>
                </a:moveTo>
                <a:lnTo>
                  <a:pt x="3542298" y="0"/>
                </a:lnTo>
                <a:lnTo>
                  <a:pt x="3542298" y="1511164"/>
                </a:lnTo>
                <a:lnTo>
                  <a:pt x="0" y="15111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0" y="9207320"/>
            <a:ext cx="6650760" cy="1051296"/>
          </a:xfrm>
          <a:custGeom>
            <a:avLst/>
            <a:gdLst/>
            <a:ahLst/>
            <a:cxnLst/>
            <a:rect r="r" b="b" t="t" l="l"/>
            <a:pathLst>
              <a:path h="1051296" w="6650760">
                <a:moveTo>
                  <a:pt x="0" y="0"/>
                </a:moveTo>
                <a:lnTo>
                  <a:pt x="6650760" y="0"/>
                </a:lnTo>
                <a:lnTo>
                  <a:pt x="6650760" y="1051296"/>
                </a:lnTo>
                <a:lnTo>
                  <a:pt x="0" y="10512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5626" r="0" b="-4253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5719" y="-7795719"/>
            <a:ext cx="15591438" cy="15591438"/>
          </a:xfrm>
          <a:custGeom>
            <a:avLst/>
            <a:gdLst/>
            <a:ahLst/>
            <a:cxnLst/>
            <a:rect r="r" b="b" t="t" l="l"/>
            <a:pathLst>
              <a:path h="15591438" w="15591438">
                <a:moveTo>
                  <a:pt x="0" y="0"/>
                </a:moveTo>
                <a:lnTo>
                  <a:pt x="15591438" y="0"/>
                </a:lnTo>
                <a:lnTo>
                  <a:pt x="15591438" y="15591438"/>
                </a:lnTo>
                <a:lnTo>
                  <a:pt x="0" y="1559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338680">
            <a:off x="1646188" y="4991478"/>
            <a:ext cx="3531825" cy="2195644"/>
          </a:xfrm>
          <a:custGeom>
            <a:avLst/>
            <a:gdLst/>
            <a:ahLst/>
            <a:cxnLst/>
            <a:rect r="r" b="b" t="t" l="l"/>
            <a:pathLst>
              <a:path h="2195644" w="3531825">
                <a:moveTo>
                  <a:pt x="3531825" y="0"/>
                </a:moveTo>
                <a:lnTo>
                  <a:pt x="0" y="0"/>
                </a:lnTo>
                <a:lnTo>
                  <a:pt x="0" y="2195644"/>
                </a:lnTo>
                <a:lnTo>
                  <a:pt x="3531825" y="2195644"/>
                </a:lnTo>
                <a:lnTo>
                  <a:pt x="3531825" y="0"/>
                </a:lnTo>
                <a:close/>
              </a:path>
            </a:pathLst>
          </a:custGeom>
          <a:blipFill>
            <a:blip r:embed="rId4"/>
            <a:stretch>
              <a:fillRect l="0" t="0" r="-123792" b="-8295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82867">
            <a:off x="-565019" y="4924179"/>
            <a:ext cx="2175992" cy="2388911"/>
          </a:xfrm>
          <a:custGeom>
            <a:avLst/>
            <a:gdLst/>
            <a:ahLst/>
            <a:cxnLst/>
            <a:rect r="r" b="b" t="t" l="l"/>
            <a:pathLst>
              <a:path h="2388911" w="2175992">
                <a:moveTo>
                  <a:pt x="0" y="0"/>
                </a:moveTo>
                <a:lnTo>
                  <a:pt x="2175992" y="0"/>
                </a:lnTo>
                <a:lnTo>
                  <a:pt x="2175992" y="2388911"/>
                </a:lnTo>
                <a:lnTo>
                  <a:pt x="0" y="2388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95207" b="-8295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27769" y="736398"/>
            <a:ext cx="234530" cy="213129"/>
          </a:xfrm>
          <a:custGeom>
            <a:avLst/>
            <a:gdLst/>
            <a:ahLst/>
            <a:cxnLst/>
            <a:rect r="r" b="b" t="t" l="l"/>
            <a:pathLst>
              <a:path h="213129" w="234530">
                <a:moveTo>
                  <a:pt x="0" y="0"/>
                </a:moveTo>
                <a:lnTo>
                  <a:pt x="234530" y="0"/>
                </a:lnTo>
                <a:lnTo>
                  <a:pt x="234530" y="213129"/>
                </a:lnTo>
                <a:lnTo>
                  <a:pt x="0" y="213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43727" y="3508228"/>
            <a:ext cx="12288547" cy="12288547"/>
          </a:xfrm>
          <a:custGeom>
            <a:avLst/>
            <a:gdLst/>
            <a:ahLst/>
            <a:cxnLst/>
            <a:rect r="r" b="b" t="t" l="l"/>
            <a:pathLst>
              <a:path h="12288547" w="12288547">
                <a:moveTo>
                  <a:pt x="0" y="0"/>
                </a:moveTo>
                <a:lnTo>
                  <a:pt x="12288546" y="0"/>
                </a:lnTo>
                <a:lnTo>
                  <a:pt x="12288546" y="12288547"/>
                </a:lnTo>
                <a:lnTo>
                  <a:pt x="0" y="12288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993423" y="4190007"/>
            <a:ext cx="653607" cy="65360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FFF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073259" y="4388079"/>
            <a:ext cx="493934" cy="257463"/>
          </a:xfrm>
          <a:custGeom>
            <a:avLst/>
            <a:gdLst/>
            <a:ahLst/>
            <a:cxnLst/>
            <a:rect r="r" b="b" t="t" l="l"/>
            <a:pathLst>
              <a:path h="257463" w="493934">
                <a:moveTo>
                  <a:pt x="0" y="0"/>
                </a:moveTo>
                <a:lnTo>
                  <a:pt x="493934" y="0"/>
                </a:lnTo>
                <a:lnTo>
                  <a:pt x="493934" y="257463"/>
                </a:lnTo>
                <a:lnTo>
                  <a:pt x="0" y="257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97335" y="2126792"/>
            <a:ext cx="6302755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6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RESULTADOS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31796" y="2126792"/>
            <a:ext cx="5688430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6800">
                <a:solidFill>
                  <a:srgbClr val="1DFFF1"/>
                </a:solidFill>
                <a:latin typeface="Anton"/>
                <a:ea typeface="Anton"/>
                <a:cs typeface="Anton"/>
                <a:sym typeface="Anton"/>
              </a:rPr>
              <a:t>OBTENIDOS</a:t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-338680">
            <a:off x="1388848" y="7199808"/>
            <a:ext cx="3990064" cy="1866788"/>
          </a:xfrm>
          <a:custGeom>
            <a:avLst/>
            <a:gdLst/>
            <a:ahLst/>
            <a:cxnLst/>
            <a:rect r="r" b="b" t="t" l="l"/>
            <a:pathLst>
              <a:path h="1866788" w="3990064">
                <a:moveTo>
                  <a:pt x="3990064" y="0"/>
                </a:moveTo>
                <a:lnTo>
                  <a:pt x="0" y="0"/>
                </a:lnTo>
                <a:lnTo>
                  <a:pt x="0" y="1866789"/>
                </a:lnTo>
                <a:lnTo>
                  <a:pt x="3990064" y="1866789"/>
                </a:lnTo>
                <a:lnTo>
                  <a:pt x="3990064" y="0"/>
                </a:lnTo>
                <a:close/>
              </a:path>
            </a:pathLst>
          </a:custGeom>
          <a:blipFill>
            <a:blip r:embed="rId4"/>
            <a:stretch>
              <a:fillRect l="0" t="-115188" r="-9809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382867">
            <a:off x="-316275" y="7177972"/>
            <a:ext cx="4341281" cy="2031109"/>
          </a:xfrm>
          <a:custGeom>
            <a:avLst/>
            <a:gdLst/>
            <a:ahLst/>
            <a:cxnLst/>
            <a:rect r="r" b="b" t="t" l="l"/>
            <a:pathLst>
              <a:path h="2031109" w="4341281">
                <a:moveTo>
                  <a:pt x="0" y="0"/>
                </a:moveTo>
                <a:lnTo>
                  <a:pt x="4341281" y="0"/>
                </a:lnTo>
                <a:lnTo>
                  <a:pt x="4341281" y="2031109"/>
                </a:lnTo>
                <a:lnTo>
                  <a:pt x="0" y="20311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5188" r="-9809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3714586"/>
            <a:ext cx="278014" cy="27801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FFF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352565" y="316852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994261" y="8811363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49"/>
                </a:lnTo>
                <a:lnTo>
                  <a:pt x="0" y="12653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886829" y="555326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658115" y="9049836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3"/>
                </a:lnTo>
                <a:lnTo>
                  <a:pt x="0" y="7884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6681853" y="9296400"/>
            <a:ext cx="5774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17343" y="4369173"/>
            <a:ext cx="376061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CAMBIO DE ÁREA Y DEPENDENCIA DE HARDWARE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93423" y="5084090"/>
            <a:ext cx="6606449" cy="4189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ada sensor se comunica por Bluetooth de forma distinta, por lo que hubo que programar un puente para cada uno.</a:t>
            </a:r>
          </a:p>
          <a:p>
            <a:pPr algn="l">
              <a:lnSpc>
                <a:spcPts val="3040"/>
              </a:lnSpc>
            </a:pPr>
          </a:p>
          <a:p>
            <a:pPr algn="l">
              <a:lnSpc>
                <a:spcPts val="3040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existe un dataset de aptitud física etiquetado por un profesional, así que el modelo no se ha entrenado y por ahora la categoría la decide un motor de reglas clínicas.</a:t>
            </a:r>
          </a:p>
          <a:p>
            <a:pPr algn="l">
              <a:lnSpc>
                <a:spcPts val="3040"/>
              </a:lnSpc>
            </a:pPr>
          </a:p>
          <a:p>
            <a:pPr algn="l" marL="0" indent="0" lvl="0">
              <a:lnSpc>
                <a:spcPts val="304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estatura no puede ser medida de forma automática.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97335" y="3338550"/>
            <a:ext cx="5213623" cy="240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prototipo f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uncional de punta a punta: la app del tótem lee el oxímetro, la balanza y el tensiómetro por Bluetooth, el backend asigna la categoría A1 a A4 y el dashboard en línea permite validarla en tiempo real.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96504" y="3161208"/>
            <a:ext cx="6302755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140"/>
              </a:lnSpc>
            </a:pPr>
            <a:r>
              <a:rPr lang="en-US" sz="6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OBSTACULOS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573869" y="3161208"/>
            <a:ext cx="5688430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140"/>
              </a:lnSpc>
            </a:pPr>
            <a:r>
              <a:rPr lang="en-US" sz="6800">
                <a:solidFill>
                  <a:srgbClr val="1DFFF1"/>
                </a:solidFill>
                <a:latin typeface="Anton"/>
                <a:ea typeface="Anton"/>
                <a:cs typeface="Anton"/>
                <a:sym typeface="Anton"/>
              </a:rPr>
              <a:t>IDENTIFICADOS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327453" y="273118"/>
            <a:ext cx="3542299" cy="1511164"/>
          </a:xfrm>
          <a:custGeom>
            <a:avLst/>
            <a:gdLst/>
            <a:ahLst/>
            <a:cxnLst/>
            <a:rect r="r" b="b" t="t" l="l"/>
            <a:pathLst>
              <a:path h="1511164" w="3542299">
                <a:moveTo>
                  <a:pt x="0" y="0"/>
                </a:moveTo>
                <a:lnTo>
                  <a:pt x="3542298" y="0"/>
                </a:lnTo>
                <a:lnTo>
                  <a:pt x="3542298" y="1511164"/>
                </a:lnTo>
                <a:lnTo>
                  <a:pt x="0" y="151116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0" y="9207320"/>
            <a:ext cx="6650760" cy="1051296"/>
          </a:xfrm>
          <a:custGeom>
            <a:avLst/>
            <a:gdLst/>
            <a:ahLst/>
            <a:cxnLst/>
            <a:rect r="r" b="b" t="t" l="l"/>
            <a:pathLst>
              <a:path h="1051296" w="6650760">
                <a:moveTo>
                  <a:pt x="0" y="0"/>
                </a:moveTo>
                <a:lnTo>
                  <a:pt x="6650760" y="0"/>
                </a:lnTo>
                <a:lnTo>
                  <a:pt x="6650760" y="1051296"/>
                </a:lnTo>
                <a:lnTo>
                  <a:pt x="0" y="105129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15626" r="0" b="-4253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95719" y="-7795719"/>
            <a:ext cx="15591438" cy="15591438"/>
          </a:xfrm>
          <a:custGeom>
            <a:avLst/>
            <a:gdLst/>
            <a:ahLst/>
            <a:cxnLst/>
            <a:rect r="r" b="b" t="t" l="l"/>
            <a:pathLst>
              <a:path h="15591438" w="15591438">
                <a:moveTo>
                  <a:pt x="0" y="0"/>
                </a:moveTo>
                <a:lnTo>
                  <a:pt x="15591438" y="0"/>
                </a:lnTo>
                <a:lnTo>
                  <a:pt x="15591438" y="15591438"/>
                </a:lnTo>
                <a:lnTo>
                  <a:pt x="0" y="1559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5179">
            <a:off x="3742924" y="4785855"/>
            <a:ext cx="2175992" cy="2388911"/>
          </a:xfrm>
          <a:custGeom>
            <a:avLst/>
            <a:gdLst/>
            <a:ahLst/>
            <a:cxnLst/>
            <a:rect r="r" b="b" t="t" l="l"/>
            <a:pathLst>
              <a:path h="2388911" w="2175992">
                <a:moveTo>
                  <a:pt x="0" y="0"/>
                </a:moveTo>
                <a:lnTo>
                  <a:pt x="2175992" y="0"/>
                </a:lnTo>
                <a:lnTo>
                  <a:pt x="2175992" y="2388911"/>
                </a:lnTo>
                <a:lnTo>
                  <a:pt x="0" y="2388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95207" b="-8295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3564540">
            <a:off x="11350878" y="7295904"/>
            <a:ext cx="3531825" cy="2195644"/>
          </a:xfrm>
          <a:custGeom>
            <a:avLst/>
            <a:gdLst/>
            <a:ahLst/>
            <a:cxnLst/>
            <a:rect r="r" b="b" t="t" l="l"/>
            <a:pathLst>
              <a:path h="2195644" w="3531825">
                <a:moveTo>
                  <a:pt x="3531825" y="0"/>
                </a:moveTo>
                <a:lnTo>
                  <a:pt x="0" y="0"/>
                </a:lnTo>
                <a:lnTo>
                  <a:pt x="0" y="2195644"/>
                </a:lnTo>
                <a:lnTo>
                  <a:pt x="3531825" y="2195644"/>
                </a:lnTo>
                <a:lnTo>
                  <a:pt x="3531825" y="0"/>
                </a:lnTo>
                <a:close/>
              </a:path>
            </a:pathLst>
          </a:custGeom>
          <a:blipFill>
            <a:blip r:embed="rId4"/>
            <a:stretch>
              <a:fillRect l="0" t="0" r="-123792" b="-8295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597769" y="5001082"/>
            <a:ext cx="7092463" cy="5589274"/>
            <a:chOff x="0" y="0"/>
            <a:chExt cx="737370" cy="5810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7370" cy="581091"/>
            </a:xfrm>
            <a:custGeom>
              <a:avLst/>
              <a:gdLst/>
              <a:ahLst/>
              <a:cxnLst/>
              <a:rect r="r" b="b" t="t" l="l"/>
              <a:pathLst>
                <a:path h="581091" w="737370">
                  <a:moveTo>
                    <a:pt x="52395" y="0"/>
                  </a:moveTo>
                  <a:lnTo>
                    <a:pt x="684975" y="0"/>
                  </a:lnTo>
                  <a:cubicBezTo>
                    <a:pt x="698871" y="0"/>
                    <a:pt x="712198" y="5520"/>
                    <a:pt x="722024" y="15346"/>
                  </a:cubicBezTo>
                  <a:cubicBezTo>
                    <a:pt x="731850" y="25172"/>
                    <a:pt x="737370" y="38499"/>
                    <a:pt x="737370" y="52395"/>
                  </a:cubicBezTo>
                  <a:lnTo>
                    <a:pt x="737370" y="528695"/>
                  </a:lnTo>
                  <a:cubicBezTo>
                    <a:pt x="737370" y="542591"/>
                    <a:pt x="731850" y="555918"/>
                    <a:pt x="722024" y="565744"/>
                  </a:cubicBezTo>
                  <a:cubicBezTo>
                    <a:pt x="712198" y="575571"/>
                    <a:pt x="698871" y="581091"/>
                    <a:pt x="684975" y="581091"/>
                  </a:cubicBezTo>
                  <a:lnTo>
                    <a:pt x="52395" y="581091"/>
                  </a:lnTo>
                  <a:cubicBezTo>
                    <a:pt x="38499" y="581091"/>
                    <a:pt x="25172" y="575571"/>
                    <a:pt x="15346" y="565744"/>
                  </a:cubicBezTo>
                  <a:cubicBezTo>
                    <a:pt x="5520" y="555918"/>
                    <a:pt x="0" y="542591"/>
                    <a:pt x="0" y="528695"/>
                  </a:cubicBezTo>
                  <a:lnTo>
                    <a:pt x="0" y="52395"/>
                  </a:lnTo>
                  <a:cubicBezTo>
                    <a:pt x="0" y="38499"/>
                    <a:pt x="5520" y="25172"/>
                    <a:pt x="15346" y="15346"/>
                  </a:cubicBezTo>
                  <a:cubicBezTo>
                    <a:pt x="25172" y="5520"/>
                    <a:pt x="38499" y="0"/>
                    <a:pt x="52395" y="0"/>
                  </a:cubicBezTo>
                  <a:close/>
                </a:path>
              </a:pathLst>
            </a:custGeom>
            <a:blipFill>
              <a:blip r:embed="rId5"/>
              <a:stretch>
                <a:fillRect l="-9141" t="0" r="-9141" b="0"/>
              </a:stretch>
            </a:blipFill>
            <a:ln w="95250" cap="rnd">
              <a:solidFill>
                <a:srgbClr val="1DFFF1"/>
              </a:solidFill>
              <a:prstDash val="solid"/>
              <a:round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690231" y="4059414"/>
            <a:ext cx="12288547" cy="12288547"/>
          </a:xfrm>
          <a:custGeom>
            <a:avLst/>
            <a:gdLst/>
            <a:ahLst/>
            <a:cxnLst/>
            <a:rect r="r" b="b" t="t" l="l"/>
            <a:pathLst>
              <a:path h="12288547" w="12288547">
                <a:moveTo>
                  <a:pt x="0" y="0"/>
                </a:moveTo>
                <a:lnTo>
                  <a:pt x="12288547" y="0"/>
                </a:lnTo>
                <a:lnTo>
                  <a:pt x="12288547" y="12288547"/>
                </a:lnTo>
                <a:lnTo>
                  <a:pt x="0" y="12288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027769" y="736398"/>
            <a:ext cx="234530" cy="213129"/>
          </a:xfrm>
          <a:custGeom>
            <a:avLst/>
            <a:gdLst/>
            <a:ahLst/>
            <a:cxnLst/>
            <a:rect r="r" b="b" t="t" l="l"/>
            <a:pathLst>
              <a:path h="213129" w="234530">
                <a:moveTo>
                  <a:pt x="0" y="0"/>
                </a:moveTo>
                <a:lnTo>
                  <a:pt x="234530" y="0"/>
                </a:lnTo>
                <a:lnTo>
                  <a:pt x="234530" y="213129"/>
                </a:lnTo>
                <a:lnTo>
                  <a:pt x="0" y="2131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08498" y="2794065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9" y="0"/>
                </a:lnTo>
                <a:lnTo>
                  <a:pt x="1078999" y="1265349"/>
                </a:lnTo>
                <a:lnTo>
                  <a:pt x="0" y="12653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795719" y="2794065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49"/>
                </a:lnTo>
                <a:lnTo>
                  <a:pt x="0" y="12653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942763" y="3032538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3"/>
                </a:lnTo>
                <a:lnTo>
                  <a:pt x="0" y="7884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23426" y="3032538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3" y="0"/>
                </a:lnTo>
                <a:lnTo>
                  <a:pt x="672293" y="788403"/>
                </a:lnTo>
                <a:lnTo>
                  <a:pt x="0" y="7884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25179">
            <a:off x="3843433" y="6984895"/>
            <a:ext cx="4341281" cy="2031109"/>
          </a:xfrm>
          <a:custGeom>
            <a:avLst/>
            <a:gdLst/>
            <a:ahLst/>
            <a:cxnLst/>
            <a:rect r="r" b="b" t="t" l="l"/>
            <a:pathLst>
              <a:path h="2031109" w="4341281">
                <a:moveTo>
                  <a:pt x="0" y="0"/>
                </a:moveTo>
                <a:lnTo>
                  <a:pt x="4341281" y="0"/>
                </a:lnTo>
                <a:lnTo>
                  <a:pt x="4341281" y="2031109"/>
                </a:lnTo>
                <a:lnTo>
                  <a:pt x="0" y="20311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5188" r="-9809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681853" y="9296400"/>
            <a:ext cx="57744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51115" y="2565813"/>
            <a:ext cx="858509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SIGUIENTES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25512" y="3676002"/>
            <a:ext cx="81153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7500">
                <a:solidFill>
                  <a:srgbClr val="1DFFF1"/>
                </a:solidFill>
                <a:latin typeface="Anton"/>
                <a:ea typeface="Anton"/>
                <a:cs typeface="Anton"/>
                <a:sym typeface="Anton"/>
              </a:rPr>
              <a:t>PASOS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327453" y="273118"/>
            <a:ext cx="3542299" cy="1511164"/>
          </a:xfrm>
          <a:custGeom>
            <a:avLst/>
            <a:gdLst/>
            <a:ahLst/>
            <a:cxnLst/>
            <a:rect r="r" b="b" t="t" l="l"/>
            <a:pathLst>
              <a:path h="1511164" w="3542299">
                <a:moveTo>
                  <a:pt x="0" y="0"/>
                </a:moveTo>
                <a:lnTo>
                  <a:pt x="3542298" y="0"/>
                </a:lnTo>
                <a:lnTo>
                  <a:pt x="3542298" y="1511164"/>
                </a:lnTo>
                <a:lnTo>
                  <a:pt x="0" y="151116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433952" y="503052"/>
            <a:ext cx="6650760" cy="1051296"/>
          </a:xfrm>
          <a:custGeom>
            <a:avLst/>
            <a:gdLst/>
            <a:ahLst/>
            <a:cxnLst/>
            <a:rect r="r" b="b" t="t" l="l"/>
            <a:pathLst>
              <a:path h="1051296" w="6650760">
                <a:moveTo>
                  <a:pt x="0" y="0"/>
                </a:moveTo>
                <a:lnTo>
                  <a:pt x="6650760" y="0"/>
                </a:lnTo>
                <a:lnTo>
                  <a:pt x="6650760" y="1051296"/>
                </a:lnTo>
                <a:lnTo>
                  <a:pt x="0" y="105129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15626" r="0" b="-4253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637218" y="2539352"/>
            <a:ext cx="5400330" cy="160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Entrenar modelo con datos reales.</a:t>
            </a:r>
          </a:p>
          <a:p>
            <a:pPr algn="l" marL="431801" indent="-215900" lvl="1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Validar recomendaciones con un profesional.</a:t>
            </a:r>
          </a:p>
          <a:p>
            <a:pPr algn="l" marL="431801" indent="-215900" lvl="1">
              <a:lnSpc>
                <a:spcPts val="32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Mejorar la seguridad de la aplicación.</a:t>
            </a: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795719" y="-7795719"/>
            <a:ext cx="15591438" cy="15591438"/>
          </a:xfrm>
          <a:custGeom>
            <a:avLst/>
            <a:gdLst/>
            <a:ahLst/>
            <a:cxnLst/>
            <a:rect r="r" b="b" t="t" l="l"/>
            <a:pathLst>
              <a:path h="15591438" w="15591438">
                <a:moveTo>
                  <a:pt x="0" y="0"/>
                </a:moveTo>
                <a:lnTo>
                  <a:pt x="15591438" y="0"/>
                </a:lnTo>
                <a:lnTo>
                  <a:pt x="15591438" y="15591438"/>
                </a:lnTo>
                <a:lnTo>
                  <a:pt x="0" y="15591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12432" y="4230837"/>
            <a:ext cx="8787592" cy="181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0"/>
              </a:lnSpc>
            </a:pPr>
            <a:r>
              <a:rPr lang="en-US" sz="13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CONCLUSIÓN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25179">
            <a:off x="13970853" y="-1588245"/>
            <a:ext cx="4558939" cy="7795163"/>
          </a:xfrm>
          <a:custGeom>
            <a:avLst/>
            <a:gdLst/>
            <a:ahLst/>
            <a:cxnLst/>
            <a:rect r="r" b="b" t="t" l="l"/>
            <a:pathLst>
              <a:path h="7795163" w="4558939">
                <a:moveTo>
                  <a:pt x="0" y="0"/>
                </a:moveTo>
                <a:lnTo>
                  <a:pt x="4558939" y="0"/>
                </a:lnTo>
                <a:lnTo>
                  <a:pt x="4558939" y="7795163"/>
                </a:lnTo>
                <a:lnTo>
                  <a:pt x="0" y="77951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38" t="0" r="-23548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09736" y="1028700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09736" y="8625625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33935" y="1267174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3" y="0"/>
                </a:lnTo>
                <a:lnTo>
                  <a:pt x="672293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8864099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7453" y="273118"/>
            <a:ext cx="3542299" cy="1511164"/>
          </a:xfrm>
          <a:custGeom>
            <a:avLst/>
            <a:gdLst/>
            <a:ahLst/>
            <a:cxnLst/>
            <a:rect r="r" b="b" t="t" l="l"/>
            <a:pathLst>
              <a:path h="1511164" w="3542299">
                <a:moveTo>
                  <a:pt x="0" y="0"/>
                </a:moveTo>
                <a:lnTo>
                  <a:pt x="3542298" y="0"/>
                </a:lnTo>
                <a:lnTo>
                  <a:pt x="3542298" y="1511164"/>
                </a:lnTo>
                <a:lnTo>
                  <a:pt x="0" y="15111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9207320"/>
            <a:ext cx="6650760" cy="1051296"/>
          </a:xfrm>
          <a:custGeom>
            <a:avLst/>
            <a:gdLst/>
            <a:ahLst/>
            <a:cxnLst/>
            <a:rect r="r" b="b" t="t" l="l"/>
            <a:pathLst>
              <a:path h="1051296" w="6650760">
                <a:moveTo>
                  <a:pt x="0" y="0"/>
                </a:moveTo>
                <a:lnTo>
                  <a:pt x="6650760" y="0"/>
                </a:lnTo>
                <a:lnTo>
                  <a:pt x="6650760" y="1051296"/>
                </a:lnTo>
                <a:lnTo>
                  <a:pt x="0" y="10512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15626" r="0" b="-4253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795719" y="-7795719"/>
            <a:ext cx="15591438" cy="15591438"/>
          </a:xfrm>
          <a:custGeom>
            <a:avLst/>
            <a:gdLst/>
            <a:ahLst/>
            <a:cxnLst/>
            <a:rect r="r" b="b" t="t" l="l"/>
            <a:pathLst>
              <a:path h="15591438" w="15591438">
                <a:moveTo>
                  <a:pt x="0" y="0"/>
                </a:moveTo>
                <a:lnTo>
                  <a:pt x="15591438" y="0"/>
                </a:lnTo>
                <a:lnTo>
                  <a:pt x="15591438" y="15591438"/>
                </a:lnTo>
                <a:lnTo>
                  <a:pt x="0" y="15591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19074" y="3154684"/>
            <a:ext cx="10257178" cy="181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0"/>
              </a:lnSpc>
            </a:pPr>
            <a:r>
              <a:rPr lang="en-US" sz="13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PREGUNTAS DE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25179">
            <a:off x="9218863" y="-1432230"/>
            <a:ext cx="3809394" cy="4182140"/>
          </a:xfrm>
          <a:custGeom>
            <a:avLst/>
            <a:gdLst/>
            <a:ahLst/>
            <a:cxnLst/>
            <a:rect r="r" b="b" t="t" l="l"/>
            <a:pathLst>
              <a:path h="4182140" w="3809394">
                <a:moveTo>
                  <a:pt x="0" y="0"/>
                </a:moveTo>
                <a:lnTo>
                  <a:pt x="3809394" y="0"/>
                </a:lnTo>
                <a:lnTo>
                  <a:pt x="3809394" y="4182140"/>
                </a:lnTo>
                <a:lnTo>
                  <a:pt x="0" y="4182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95207" b="-8295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142963" y="0"/>
            <a:ext cx="7178224" cy="10287000"/>
            <a:chOff x="0" y="0"/>
            <a:chExt cx="746286" cy="10694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6286" cy="1069491"/>
            </a:xfrm>
            <a:custGeom>
              <a:avLst/>
              <a:gdLst/>
              <a:ahLst/>
              <a:cxnLst/>
              <a:rect r="r" b="b" t="t" l="l"/>
              <a:pathLst>
                <a:path h="1069491" w="746286">
                  <a:moveTo>
                    <a:pt x="51769" y="0"/>
                  </a:moveTo>
                  <a:lnTo>
                    <a:pt x="694517" y="0"/>
                  </a:lnTo>
                  <a:cubicBezTo>
                    <a:pt x="708247" y="0"/>
                    <a:pt x="721415" y="5454"/>
                    <a:pt x="731124" y="15163"/>
                  </a:cubicBezTo>
                  <a:cubicBezTo>
                    <a:pt x="740832" y="24872"/>
                    <a:pt x="746286" y="38039"/>
                    <a:pt x="746286" y="51769"/>
                  </a:cubicBezTo>
                  <a:lnTo>
                    <a:pt x="746286" y="1017722"/>
                  </a:lnTo>
                  <a:cubicBezTo>
                    <a:pt x="746286" y="1046313"/>
                    <a:pt x="723109" y="1069491"/>
                    <a:pt x="694517" y="1069491"/>
                  </a:cubicBezTo>
                  <a:lnTo>
                    <a:pt x="51769" y="1069491"/>
                  </a:lnTo>
                  <a:cubicBezTo>
                    <a:pt x="38039" y="1069491"/>
                    <a:pt x="24872" y="1064037"/>
                    <a:pt x="15163" y="1054328"/>
                  </a:cubicBezTo>
                  <a:cubicBezTo>
                    <a:pt x="5454" y="1044620"/>
                    <a:pt x="0" y="1031452"/>
                    <a:pt x="0" y="1017722"/>
                  </a:cubicBezTo>
                  <a:lnTo>
                    <a:pt x="0" y="51769"/>
                  </a:lnTo>
                  <a:cubicBezTo>
                    <a:pt x="0" y="38039"/>
                    <a:pt x="5454" y="24872"/>
                    <a:pt x="15163" y="15163"/>
                  </a:cubicBezTo>
                  <a:cubicBezTo>
                    <a:pt x="24872" y="5454"/>
                    <a:pt x="38039" y="0"/>
                    <a:pt x="51769" y="0"/>
                  </a:cubicBezTo>
                  <a:close/>
                </a:path>
              </a:pathLst>
            </a:custGeom>
            <a:blipFill>
              <a:blip r:embed="rId6"/>
              <a:stretch>
                <a:fillRect l="-109508" t="0" r="-44415" b="0"/>
              </a:stretch>
            </a:blipFill>
            <a:ln w="95250" cap="rnd">
              <a:solidFill>
                <a:srgbClr val="1DFFF1"/>
              </a:soli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19074" y="2292662"/>
            <a:ext cx="3075565" cy="656599"/>
            <a:chOff x="0" y="0"/>
            <a:chExt cx="810025" cy="1729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0025" cy="172931"/>
            </a:xfrm>
            <a:custGeom>
              <a:avLst/>
              <a:gdLst/>
              <a:ahLst/>
              <a:cxnLst/>
              <a:rect r="r" b="b" t="t" l="l"/>
              <a:pathLst>
                <a:path h="172931" w="810025">
                  <a:moveTo>
                    <a:pt x="86466" y="0"/>
                  </a:moveTo>
                  <a:lnTo>
                    <a:pt x="723560" y="0"/>
                  </a:lnTo>
                  <a:cubicBezTo>
                    <a:pt x="746492" y="0"/>
                    <a:pt x="768485" y="9110"/>
                    <a:pt x="784700" y="25325"/>
                  </a:cubicBezTo>
                  <a:cubicBezTo>
                    <a:pt x="800916" y="41541"/>
                    <a:pt x="810025" y="63534"/>
                    <a:pt x="810025" y="86466"/>
                  </a:cubicBezTo>
                  <a:lnTo>
                    <a:pt x="810025" y="86466"/>
                  </a:lnTo>
                  <a:cubicBezTo>
                    <a:pt x="810025" y="134219"/>
                    <a:pt x="771313" y="172931"/>
                    <a:pt x="723560" y="172931"/>
                  </a:cubicBezTo>
                  <a:lnTo>
                    <a:pt x="86466" y="172931"/>
                  </a:lnTo>
                  <a:cubicBezTo>
                    <a:pt x="63534" y="172931"/>
                    <a:pt x="41541" y="163822"/>
                    <a:pt x="25325" y="147606"/>
                  </a:cubicBezTo>
                  <a:cubicBezTo>
                    <a:pt x="9110" y="131391"/>
                    <a:pt x="0" y="109398"/>
                    <a:pt x="0" y="86466"/>
                  </a:cubicBezTo>
                  <a:lnTo>
                    <a:pt x="0" y="86466"/>
                  </a:lnTo>
                  <a:cubicBezTo>
                    <a:pt x="0" y="63534"/>
                    <a:pt x="9110" y="41541"/>
                    <a:pt x="25325" y="25325"/>
                  </a:cubicBezTo>
                  <a:cubicBezTo>
                    <a:pt x="41541" y="9110"/>
                    <a:pt x="63534" y="0"/>
                    <a:pt x="86466" y="0"/>
                  </a:cubicBezTo>
                  <a:close/>
                </a:path>
              </a:pathLst>
            </a:custGeom>
            <a:solidFill>
              <a:srgbClr val="1DFFF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810025" cy="134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2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125179">
            <a:off x="9375756" y="2677716"/>
            <a:ext cx="7600052" cy="3555755"/>
          </a:xfrm>
          <a:custGeom>
            <a:avLst/>
            <a:gdLst/>
            <a:ahLst/>
            <a:cxnLst/>
            <a:rect r="r" b="b" t="t" l="l"/>
            <a:pathLst>
              <a:path h="3555755" w="7600052">
                <a:moveTo>
                  <a:pt x="0" y="0"/>
                </a:moveTo>
                <a:lnTo>
                  <a:pt x="7600052" y="0"/>
                </a:lnTo>
                <a:lnTo>
                  <a:pt x="7600052" y="3555755"/>
                </a:lnTo>
                <a:lnTo>
                  <a:pt x="0" y="35557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5188" r="-9809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833315" y="1028700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609736" y="8625625"/>
            <a:ext cx="1078998" cy="1265350"/>
          </a:xfrm>
          <a:custGeom>
            <a:avLst/>
            <a:gdLst/>
            <a:ahLst/>
            <a:cxnLst/>
            <a:rect r="r" b="b" t="t" l="l"/>
            <a:pathLst>
              <a:path h="1265350" w="1078998">
                <a:moveTo>
                  <a:pt x="0" y="0"/>
                </a:moveTo>
                <a:lnTo>
                  <a:pt x="1078998" y="0"/>
                </a:lnTo>
                <a:lnTo>
                  <a:pt x="1078998" y="1265350"/>
                </a:lnTo>
                <a:lnTo>
                  <a:pt x="0" y="12653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367579" y="1267174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44000" y="8864099"/>
            <a:ext cx="672292" cy="788403"/>
          </a:xfrm>
          <a:custGeom>
            <a:avLst/>
            <a:gdLst/>
            <a:ahLst/>
            <a:cxnLst/>
            <a:rect r="r" b="b" t="t" l="l"/>
            <a:pathLst>
              <a:path h="788403" w="672292">
                <a:moveTo>
                  <a:pt x="0" y="0"/>
                </a:moveTo>
                <a:lnTo>
                  <a:pt x="672292" y="0"/>
                </a:lnTo>
                <a:lnTo>
                  <a:pt x="672292" y="788402"/>
                </a:lnTo>
                <a:lnTo>
                  <a:pt x="0" y="7884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27453" y="273118"/>
            <a:ext cx="3542299" cy="1511164"/>
          </a:xfrm>
          <a:custGeom>
            <a:avLst/>
            <a:gdLst/>
            <a:ahLst/>
            <a:cxnLst/>
            <a:rect r="r" b="b" t="t" l="l"/>
            <a:pathLst>
              <a:path h="1511164" w="3542299">
                <a:moveTo>
                  <a:pt x="0" y="0"/>
                </a:moveTo>
                <a:lnTo>
                  <a:pt x="3542298" y="0"/>
                </a:lnTo>
                <a:lnTo>
                  <a:pt x="3542298" y="1511164"/>
                </a:lnTo>
                <a:lnTo>
                  <a:pt x="0" y="15111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700" y="7289011"/>
            <a:ext cx="409802" cy="409802"/>
          </a:xfrm>
          <a:custGeom>
            <a:avLst/>
            <a:gdLst/>
            <a:ahLst/>
            <a:cxnLst/>
            <a:rect r="r" b="b" t="t" l="l"/>
            <a:pathLst>
              <a:path h="409802" w="409802">
                <a:moveTo>
                  <a:pt x="0" y="0"/>
                </a:moveTo>
                <a:lnTo>
                  <a:pt x="409802" y="0"/>
                </a:lnTo>
                <a:lnTo>
                  <a:pt x="409802" y="409803"/>
                </a:lnTo>
                <a:lnTo>
                  <a:pt x="0" y="4098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8675189"/>
            <a:ext cx="409802" cy="409802"/>
          </a:xfrm>
          <a:custGeom>
            <a:avLst/>
            <a:gdLst/>
            <a:ahLst/>
            <a:cxnLst/>
            <a:rect r="r" b="b" t="t" l="l"/>
            <a:pathLst>
              <a:path h="409802" w="409802">
                <a:moveTo>
                  <a:pt x="0" y="0"/>
                </a:moveTo>
                <a:lnTo>
                  <a:pt x="409802" y="0"/>
                </a:lnTo>
                <a:lnTo>
                  <a:pt x="409802" y="409803"/>
                </a:lnTo>
                <a:lnTo>
                  <a:pt x="0" y="40980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28700" y="7982100"/>
            <a:ext cx="409802" cy="409802"/>
          </a:xfrm>
          <a:custGeom>
            <a:avLst/>
            <a:gdLst/>
            <a:ahLst/>
            <a:cxnLst/>
            <a:rect r="r" b="b" t="t" l="l"/>
            <a:pathLst>
              <a:path h="409802" w="409802">
                <a:moveTo>
                  <a:pt x="0" y="0"/>
                </a:moveTo>
                <a:lnTo>
                  <a:pt x="409802" y="0"/>
                </a:lnTo>
                <a:lnTo>
                  <a:pt x="409802" y="409803"/>
                </a:lnTo>
                <a:lnTo>
                  <a:pt x="0" y="40980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0" y="9207320"/>
            <a:ext cx="6650760" cy="1051296"/>
          </a:xfrm>
          <a:custGeom>
            <a:avLst/>
            <a:gdLst/>
            <a:ahLst/>
            <a:cxnLst/>
            <a:rect r="r" b="b" t="t" l="l"/>
            <a:pathLst>
              <a:path h="1051296" w="6650760">
                <a:moveTo>
                  <a:pt x="0" y="0"/>
                </a:moveTo>
                <a:lnTo>
                  <a:pt x="6650760" y="0"/>
                </a:lnTo>
                <a:lnTo>
                  <a:pt x="6650760" y="1051296"/>
                </a:lnTo>
                <a:lnTo>
                  <a:pt x="0" y="105129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15626" r="0" b="-4253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7175" y="2473324"/>
            <a:ext cx="3067463" cy="3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</a:pPr>
            <a:r>
              <a:rPr lang="en-US" sz="24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MUCHAS GRACIAS!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14657" y="7276462"/>
            <a:ext cx="2409476" cy="36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CDCDC"/>
                </a:solidFill>
                <a:latin typeface="Poppins"/>
                <a:ea typeface="Poppins"/>
                <a:cs typeface="Poppins"/>
                <a:sym typeface="Poppins"/>
              </a:rPr>
              <a:t>+56 9 1234 5678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4657" y="7969551"/>
            <a:ext cx="3131205" cy="36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CDCDC"/>
                </a:solidFill>
                <a:latin typeface="Poppins"/>
                <a:ea typeface="Poppins"/>
                <a:cs typeface="Poppins"/>
                <a:sym typeface="Poppins"/>
              </a:rPr>
              <a:t>cris.correo@gmail.com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14657" y="8667011"/>
            <a:ext cx="6206718" cy="36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CDCDC"/>
                </a:solidFill>
                <a:latin typeface="Poppins"/>
                <a:ea typeface="Poppins"/>
                <a:cs typeface="Poppins"/>
                <a:sym typeface="Poppins"/>
              </a:rPr>
              <a:t>triage-dashboard-three.vercel.app/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4929414"/>
            <a:ext cx="8028579" cy="181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860"/>
              </a:lnSpc>
              <a:spcBef>
                <a:spcPct val="0"/>
              </a:spcBef>
            </a:pPr>
            <a:r>
              <a:rPr lang="en-US" sz="13200" strike="noStrike" u="none">
                <a:solidFill>
                  <a:srgbClr val="1DFFF1"/>
                </a:solidFill>
                <a:latin typeface="Anton"/>
                <a:ea typeface="Anton"/>
                <a:cs typeface="Anton"/>
                <a:sym typeface="Anton"/>
              </a:rPr>
              <a:t>LA COMISION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DAHZJ0bRLAI</dc:identifier>
  <dcterms:modified xsi:type="dcterms:W3CDTF">2011-08-01T06:04:30Z</dcterms:modified>
  <cp:revision>1</cp:revision>
  <dc:title>Presentación semana 12</dc:title>
</cp:coreProperties>
</file>